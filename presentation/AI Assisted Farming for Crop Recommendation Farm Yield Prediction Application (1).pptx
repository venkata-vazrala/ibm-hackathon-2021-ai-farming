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5143500" type="screen16x9"/>
  <p:notesSz cx="6858000" cy="9144000"/>
  <p:embeddedFontLst>
    <p:embeddedFont>
      <p:font typeface="Maven Pro" panose="020B0604020202020204" charset="0"/>
      <p:regular r:id="rId16"/>
      <p:bold r:id="rId17"/>
    </p:embeddedFont>
    <p:embeddedFont>
      <p:font typeface="Nunito" panose="020B0604020202020204" charset="0"/>
      <p:regular r:id="rId18"/>
      <p:bold r:id="rId19"/>
      <p:italic r:id="rId20"/>
      <p:boldItalic r:id="rId21"/>
    </p:embeddedFont>
    <p:embeddedFont>
      <p:font typeface="Nunito ExtraBold" panose="020B0604020202020204" charset="0"/>
      <p:bold r:id="rId22"/>
      <p:boldItalic r:id="rId23"/>
    </p:embeddedFont>
    <p:embeddedFont>
      <p:font typeface="Roboto" panose="020000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iKQOGkp7ZCH0ASAw8P+54MoWc40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9" name="Google Shape;45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2" name="Google Shape;47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4" name="Google Shape;48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0" name="Google Shape;49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6" name="Google Shape;49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2" name="Google Shape;50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8" name="Google Shape;50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4" name="Google Shape;51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0" name="Google Shape;52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6" name="Google Shape;52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5">
  <p:cSld name="AUTOLAYOUT_32"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FFFFFF"/>
              </a:gs>
              <a:gs pos="72000">
                <a:srgbClr val="D6D6D6"/>
              </a:gs>
              <a:gs pos="85000">
                <a:srgbClr val="D6D6D6"/>
              </a:gs>
              <a:gs pos="100000">
                <a:srgbClr val="E3E3E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6"/>
          <p:cNvSpPr/>
          <p:nvPr/>
        </p:nvSpPr>
        <p:spPr>
          <a:xfrm>
            <a:off x="1516687" y="1473896"/>
            <a:ext cx="48300" cy="2195700"/>
          </a:xfrm>
          <a:prstGeom prst="rect">
            <a:avLst/>
          </a:prstGeom>
          <a:solidFill>
            <a:srgbClr val="EE221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6"/>
          <p:cNvSpPr txBox="1">
            <a:spLocks noGrp="1"/>
          </p:cNvSpPr>
          <p:nvPr>
            <p:ph type="ctrTitle"/>
          </p:nvPr>
        </p:nvSpPr>
        <p:spPr>
          <a:xfrm>
            <a:off x="1824925" y="1473900"/>
            <a:ext cx="6246900" cy="13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None/>
              <a:defRPr sz="3600" b="1">
                <a:solidFill>
                  <a:srgbClr val="21212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None/>
              <a:defRPr sz="3600" b="1">
                <a:solidFill>
                  <a:srgbClr val="21212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None/>
              <a:defRPr sz="3600" b="1">
                <a:solidFill>
                  <a:srgbClr val="21212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None/>
              <a:defRPr sz="3600" b="1">
                <a:solidFill>
                  <a:srgbClr val="21212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None/>
              <a:defRPr sz="3600" b="1">
                <a:solidFill>
                  <a:srgbClr val="21212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None/>
              <a:defRPr sz="3600" b="1">
                <a:solidFill>
                  <a:srgbClr val="21212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None/>
              <a:defRPr sz="3600" b="1">
                <a:solidFill>
                  <a:srgbClr val="21212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None/>
              <a:defRPr sz="3600" b="1">
                <a:solidFill>
                  <a:srgbClr val="21212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None/>
              <a:defRPr sz="3600" b="1">
                <a:solidFill>
                  <a:srgbClr val="21212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subTitle" idx="1"/>
          </p:nvPr>
        </p:nvSpPr>
        <p:spPr>
          <a:xfrm>
            <a:off x="1824850" y="2967000"/>
            <a:ext cx="6246900" cy="5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2000"/>
              <a:buNone/>
              <a:defRPr sz="2000">
                <a:solidFill>
                  <a:srgbClr val="61616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2000"/>
              <a:buNone/>
              <a:defRPr sz="2000">
                <a:solidFill>
                  <a:srgbClr val="61616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2000"/>
              <a:buNone/>
              <a:defRPr sz="2000">
                <a:solidFill>
                  <a:srgbClr val="61616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2000"/>
              <a:buNone/>
              <a:defRPr sz="2000">
                <a:solidFill>
                  <a:srgbClr val="61616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2000"/>
              <a:buNone/>
              <a:defRPr sz="2000">
                <a:solidFill>
                  <a:srgbClr val="61616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2000"/>
              <a:buNone/>
              <a:defRPr sz="2000">
                <a:solidFill>
                  <a:srgbClr val="61616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2000"/>
              <a:buNone/>
              <a:defRPr sz="2000">
                <a:solidFill>
                  <a:srgbClr val="61616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2000"/>
              <a:buNone/>
              <a:defRPr sz="2000">
                <a:solidFill>
                  <a:srgbClr val="61616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2000"/>
              <a:buNone/>
              <a:defRPr sz="2000">
                <a:solidFill>
                  <a:srgbClr val="61616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61616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61616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61616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61616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61616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61616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61616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61616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61616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0">
  <p:cSld name="AUTOLAYOUT_13">
    <p:bg>
      <p:bgPr>
        <a:solidFill>
          <a:srgbClr val="FFFFF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7"/>
          <p:cNvSpPr/>
          <p:nvPr/>
        </p:nvSpPr>
        <p:spPr>
          <a:xfrm>
            <a:off x="-25" y="0"/>
            <a:ext cx="9144000" cy="174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7"/>
          <p:cNvSpPr/>
          <p:nvPr/>
        </p:nvSpPr>
        <p:spPr>
          <a:xfrm>
            <a:off x="6551675" y="0"/>
            <a:ext cx="2592300" cy="1741500"/>
          </a:xfrm>
          <a:prstGeom prst="rect">
            <a:avLst/>
          </a:prstGeom>
          <a:solidFill>
            <a:srgbClr val="FFFFFF">
              <a:alpha val="2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7"/>
          <p:cNvSpPr/>
          <p:nvPr/>
        </p:nvSpPr>
        <p:spPr>
          <a:xfrm rot="10800000">
            <a:off x="3991228" y="0"/>
            <a:ext cx="1727100" cy="1741500"/>
          </a:xfrm>
          <a:prstGeom prst="flowChartDelay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7"/>
          <p:cNvSpPr/>
          <p:nvPr/>
        </p:nvSpPr>
        <p:spPr>
          <a:xfrm rot="10800000">
            <a:off x="3991228" y="0"/>
            <a:ext cx="1727100" cy="1741500"/>
          </a:xfrm>
          <a:prstGeom prst="flowChartDelay">
            <a:avLst/>
          </a:prstGeom>
          <a:solidFill>
            <a:srgbClr val="FFFFFF">
              <a:alpha val="1215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7"/>
          <p:cNvSpPr/>
          <p:nvPr/>
        </p:nvSpPr>
        <p:spPr>
          <a:xfrm rot="10800000">
            <a:off x="4431837" y="0"/>
            <a:ext cx="1727100" cy="1741500"/>
          </a:xfrm>
          <a:prstGeom prst="flowChartDelay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7"/>
          <p:cNvSpPr/>
          <p:nvPr/>
        </p:nvSpPr>
        <p:spPr>
          <a:xfrm rot="10800000">
            <a:off x="4431837" y="0"/>
            <a:ext cx="1727100" cy="1741500"/>
          </a:xfrm>
          <a:prstGeom prst="flowChartDelay">
            <a:avLst/>
          </a:prstGeom>
          <a:solidFill>
            <a:srgbClr val="FFFFFF">
              <a:alpha val="1843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7"/>
          <p:cNvSpPr/>
          <p:nvPr/>
        </p:nvSpPr>
        <p:spPr>
          <a:xfrm rot="10800000">
            <a:off x="4856511" y="0"/>
            <a:ext cx="1727100" cy="1741500"/>
          </a:xfrm>
          <a:prstGeom prst="flowChartDelay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7"/>
          <p:cNvSpPr/>
          <p:nvPr/>
        </p:nvSpPr>
        <p:spPr>
          <a:xfrm rot="10800000">
            <a:off x="4856511" y="0"/>
            <a:ext cx="1727100" cy="1741500"/>
          </a:xfrm>
          <a:prstGeom prst="flowChartDelay">
            <a:avLst/>
          </a:prstGeom>
          <a:solidFill>
            <a:srgbClr val="FFFFFF">
              <a:alpha val="2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7"/>
          <p:cNvSpPr txBox="1">
            <a:spLocks noGrp="1"/>
          </p:cNvSpPr>
          <p:nvPr>
            <p:ph type="title"/>
          </p:nvPr>
        </p:nvSpPr>
        <p:spPr>
          <a:xfrm>
            <a:off x="324475" y="148225"/>
            <a:ext cx="3559500" cy="13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1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1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1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1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1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1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1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body" idx="1"/>
          </p:nvPr>
        </p:nvSpPr>
        <p:spPr>
          <a:xfrm>
            <a:off x="324475" y="1920450"/>
            <a:ext cx="8494800" cy="27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400">
                <a:solidFill>
                  <a:schemeClr val="dk2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 sz="1400">
                <a:solidFill>
                  <a:schemeClr val="dk2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 sz="1400">
                <a:solidFill>
                  <a:schemeClr val="dk2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400">
                <a:solidFill>
                  <a:schemeClr val="dk2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 sz="1400">
                <a:solidFill>
                  <a:schemeClr val="dk2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 sz="1400">
                <a:solidFill>
                  <a:schemeClr val="dk2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400">
                <a:solidFill>
                  <a:schemeClr val="dk2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Char char="■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9">
  <p:cSld name="AUTOLAYOUT_12">
    <p:bg>
      <p:bgPr>
        <a:solidFill>
          <a:srgbClr val="FFFFFF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8"/>
          <p:cNvSpPr txBox="1">
            <a:spLocks noGrp="1"/>
          </p:cNvSpPr>
          <p:nvPr>
            <p:ph type="title"/>
          </p:nvPr>
        </p:nvSpPr>
        <p:spPr>
          <a:xfrm rot="-5400000">
            <a:off x="-620225" y="1797500"/>
            <a:ext cx="4064100" cy="15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body" idx="1"/>
          </p:nvPr>
        </p:nvSpPr>
        <p:spPr>
          <a:xfrm>
            <a:off x="2601000" y="518875"/>
            <a:ext cx="5913300" cy="40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400">
                <a:solidFill>
                  <a:schemeClr val="dk2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 sz="1400">
                <a:solidFill>
                  <a:schemeClr val="dk2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 sz="1400">
                <a:solidFill>
                  <a:schemeClr val="dk2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400">
                <a:solidFill>
                  <a:schemeClr val="dk2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 sz="1400">
                <a:solidFill>
                  <a:schemeClr val="dk2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 sz="1400">
                <a:solidFill>
                  <a:schemeClr val="dk2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400">
                <a:solidFill>
                  <a:schemeClr val="dk2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Char char="■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7">
  <p:cSld name="AUTOLAYOUT_29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-3"/>
            <a:ext cx="914400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0"/>
          <p:cNvSpPr txBox="1">
            <a:spLocks noGrp="1"/>
          </p:cNvSpPr>
          <p:nvPr>
            <p:ph type="title"/>
          </p:nvPr>
        </p:nvSpPr>
        <p:spPr>
          <a:xfrm>
            <a:off x="3868225" y="406900"/>
            <a:ext cx="4482600" cy="15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body" idx="1"/>
          </p:nvPr>
        </p:nvSpPr>
        <p:spPr>
          <a:xfrm>
            <a:off x="3868318" y="2053723"/>
            <a:ext cx="4482600" cy="23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rgbClr val="FFFFFF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100"/>
              <a:buChar char="○"/>
              <a:defRPr sz="1400">
                <a:solidFill>
                  <a:srgbClr val="FFFFFF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100"/>
              <a:buChar char="■"/>
              <a:defRPr sz="1400">
                <a:solidFill>
                  <a:srgbClr val="FFFFFF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  <a:defRPr sz="1400">
                <a:solidFill>
                  <a:srgbClr val="FFFFFF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100"/>
              <a:buChar char="○"/>
              <a:defRPr sz="1400">
                <a:solidFill>
                  <a:srgbClr val="FFFFFF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100"/>
              <a:buChar char="■"/>
              <a:defRPr sz="1400">
                <a:solidFill>
                  <a:srgbClr val="FFFFFF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  <a:defRPr sz="1400">
                <a:solidFill>
                  <a:srgbClr val="FFFFFF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100"/>
              <a:buChar char="○"/>
              <a:defRPr sz="1400">
                <a:solidFill>
                  <a:srgbClr val="FFFFFF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100"/>
              <a:buChar char="■"/>
              <a:defRPr sz="1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6">
  <p:cSld name="AUTOLAYOUT_9">
    <p:bg>
      <p:bgPr>
        <a:solidFill>
          <a:srgbClr val="FFFFFF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1"/>
          <p:cNvSpPr/>
          <p:nvPr/>
        </p:nvSpPr>
        <p:spPr>
          <a:xfrm rot="5400000">
            <a:off x="-47550" y="1761940"/>
            <a:ext cx="857100" cy="762000"/>
          </a:xfrm>
          <a:prstGeom prst="triangle">
            <a:avLst>
              <a:gd name="adj" fmla="val 5000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1"/>
          <p:cNvSpPr/>
          <p:nvPr/>
        </p:nvSpPr>
        <p:spPr>
          <a:xfrm rot="5400000">
            <a:off x="-47550" y="47550"/>
            <a:ext cx="857100" cy="762000"/>
          </a:xfrm>
          <a:prstGeom prst="triangle">
            <a:avLst>
              <a:gd name="adj" fmla="val 50000"/>
            </a:avLst>
          </a:prstGeom>
          <a:solidFill>
            <a:srgbClr val="B7B7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1"/>
          <p:cNvSpPr/>
          <p:nvPr/>
        </p:nvSpPr>
        <p:spPr>
          <a:xfrm rot="-5400000">
            <a:off x="-47416" y="476280"/>
            <a:ext cx="857100" cy="7620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1"/>
          <p:cNvSpPr/>
          <p:nvPr/>
        </p:nvSpPr>
        <p:spPr>
          <a:xfrm rot="5400000">
            <a:off x="1476378" y="1761940"/>
            <a:ext cx="857100" cy="762000"/>
          </a:xfrm>
          <a:prstGeom prst="triangle">
            <a:avLst>
              <a:gd name="adj" fmla="val 5000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1"/>
          <p:cNvSpPr/>
          <p:nvPr/>
        </p:nvSpPr>
        <p:spPr>
          <a:xfrm rot="-5400000">
            <a:off x="1690750" y="4548000"/>
            <a:ext cx="428700" cy="762000"/>
          </a:xfrm>
          <a:prstGeom prst="rtTriangle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1"/>
          <p:cNvSpPr/>
          <p:nvPr/>
        </p:nvSpPr>
        <p:spPr>
          <a:xfrm rot="-5400000">
            <a:off x="1476512" y="476280"/>
            <a:ext cx="857100" cy="762000"/>
          </a:xfrm>
          <a:prstGeom prst="triangle">
            <a:avLst>
              <a:gd name="adj" fmla="val 5000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1"/>
          <p:cNvSpPr/>
          <p:nvPr/>
        </p:nvSpPr>
        <p:spPr>
          <a:xfrm rot="-5400000" flipH="1">
            <a:off x="714548" y="1761940"/>
            <a:ext cx="857100" cy="7620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1"/>
          <p:cNvSpPr/>
          <p:nvPr/>
        </p:nvSpPr>
        <p:spPr>
          <a:xfrm rot="5400000">
            <a:off x="-47550" y="904795"/>
            <a:ext cx="857100" cy="762000"/>
          </a:xfrm>
          <a:prstGeom prst="triangle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1"/>
          <p:cNvSpPr/>
          <p:nvPr/>
        </p:nvSpPr>
        <p:spPr>
          <a:xfrm rot="-5400000">
            <a:off x="1476512" y="1333525"/>
            <a:ext cx="857100" cy="762000"/>
          </a:xfrm>
          <a:prstGeom prst="triangle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1"/>
          <p:cNvSpPr/>
          <p:nvPr/>
        </p:nvSpPr>
        <p:spPr>
          <a:xfrm rot="-5400000" flipH="1">
            <a:off x="714548" y="47550"/>
            <a:ext cx="857100" cy="762000"/>
          </a:xfrm>
          <a:prstGeom prst="triangle">
            <a:avLst>
              <a:gd name="adj" fmla="val 5000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1"/>
          <p:cNvSpPr/>
          <p:nvPr/>
        </p:nvSpPr>
        <p:spPr>
          <a:xfrm rot="-5400000" flipH="1">
            <a:off x="714548" y="904795"/>
            <a:ext cx="857100" cy="762000"/>
          </a:xfrm>
          <a:prstGeom prst="triangle">
            <a:avLst>
              <a:gd name="adj" fmla="val 50000"/>
            </a:avLst>
          </a:prstGeom>
          <a:solidFill>
            <a:srgbClr val="B7B7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1"/>
          <p:cNvSpPr/>
          <p:nvPr/>
        </p:nvSpPr>
        <p:spPr>
          <a:xfrm rot="-5400000">
            <a:off x="166784" y="4548000"/>
            <a:ext cx="428700" cy="762000"/>
          </a:xfrm>
          <a:prstGeom prst="rtTriangle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1"/>
          <p:cNvSpPr/>
          <p:nvPr/>
        </p:nvSpPr>
        <p:spPr>
          <a:xfrm rot="-5400000" flipH="1">
            <a:off x="166707" y="-166445"/>
            <a:ext cx="428700" cy="762000"/>
          </a:xfrm>
          <a:prstGeom prst="rtTriangle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1"/>
          <p:cNvSpPr/>
          <p:nvPr/>
        </p:nvSpPr>
        <p:spPr>
          <a:xfrm rot="-5400000" flipH="1">
            <a:off x="1690635" y="-166445"/>
            <a:ext cx="428700" cy="762000"/>
          </a:xfrm>
          <a:prstGeom prst="rtTriangle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1"/>
          <p:cNvSpPr/>
          <p:nvPr/>
        </p:nvSpPr>
        <p:spPr>
          <a:xfrm rot="5400000" flipH="1">
            <a:off x="714337" y="476280"/>
            <a:ext cx="857100" cy="762000"/>
          </a:xfrm>
          <a:prstGeom prst="triangle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1"/>
          <p:cNvSpPr/>
          <p:nvPr/>
        </p:nvSpPr>
        <p:spPr>
          <a:xfrm rot="5400000" flipH="1">
            <a:off x="714337" y="1333525"/>
            <a:ext cx="857100" cy="762000"/>
          </a:xfrm>
          <a:prstGeom prst="triangle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1"/>
          <p:cNvSpPr/>
          <p:nvPr/>
        </p:nvSpPr>
        <p:spPr>
          <a:xfrm rot="-5400000">
            <a:off x="-47416" y="1333525"/>
            <a:ext cx="857100" cy="762000"/>
          </a:xfrm>
          <a:prstGeom prst="triangle">
            <a:avLst>
              <a:gd name="adj" fmla="val 50000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1"/>
          <p:cNvSpPr/>
          <p:nvPr/>
        </p:nvSpPr>
        <p:spPr>
          <a:xfrm rot="5400000">
            <a:off x="1476378" y="47550"/>
            <a:ext cx="857100" cy="762000"/>
          </a:xfrm>
          <a:prstGeom prst="triangle">
            <a:avLst>
              <a:gd name="adj" fmla="val 50000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1"/>
          <p:cNvSpPr/>
          <p:nvPr/>
        </p:nvSpPr>
        <p:spPr>
          <a:xfrm rot="5400000">
            <a:off x="1476378" y="904795"/>
            <a:ext cx="857100" cy="762000"/>
          </a:xfrm>
          <a:prstGeom prst="triangle">
            <a:avLst>
              <a:gd name="adj" fmla="val 50000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1"/>
          <p:cNvSpPr/>
          <p:nvPr/>
        </p:nvSpPr>
        <p:spPr>
          <a:xfrm rot="5400000" flipH="1">
            <a:off x="928614" y="4548000"/>
            <a:ext cx="428700" cy="762000"/>
          </a:xfrm>
          <a:prstGeom prst="rtTriangle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1"/>
          <p:cNvSpPr/>
          <p:nvPr/>
        </p:nvSpPr>
        <p:spPr>
          <a:xfrm rot="5400000">
            <a:off x="928614" y="-166445"/>
            <a:ext cx="428700" cy="762000"/>
          </a:xfrm>
          <a:prstGeom prst="rtTriangle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21"/>
          <p:cNvSpPr/>
          <p:nvPr/>
        </p:nvSpPr>
        <p:spPr>
          <a:xfrm rot="5400000">
            <a:off x="-47550" y="3476366"/>
            <a:ext cx="857100" cy="762000"/>
          </a:xfrm>
          <a:prstGeom prst="triangle">
            <a:avLst>
              <a:gd name="adj" fmla="val 5000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1"/>
          <p:cNvSpPr/>
          <p:nvPr/>
        </p:nvSpPr>
        <p:spPr>
          <a:xfrm rot="-5400000">
            <a:off x="-47416" y="2190706"/>
            <a:ext cx="857100" cy="7620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1"/>
          <p:cNvSpPr/>
          <p:nvPr/>
        </p:nvSpPr>
        <p:spPr>
          <a:xfrm rot="5400000">
            <a:off x="1476378" y="3476366"/>
            <a:ext cx="857100" cy="762000"/>
          </a:xfrm>
          <a:prstGeom prst="triangle">
            <a:avLst>
              <a:gd name="adj" fmla="val 5000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1"/>
          <p:cNvSpPr/>
          <p:nvPr/>
        </p:nvSpPr>
        <p:spPr>
          <a:xfrm rot="-5400000">
            <a:off x="1476512" y="2190706"/>
            <a:ext cx="857100" cy="762000"/>
          </a:xfrm>
          <a:prstGeom prst="triangle">
            <a:avLst>
              <a:gd name="adj" fmla="val 5000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1"/>
          <p:cNvSpPr/>
          <p:nvPr/>
        </p:nvSpPr>
        <p:spPr>
          <a:xfrm rot="-5400000" flipH="1">
            <a:off x="714548" y="3476366"/>
            <a:ext cx="857100" cy="7620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1"/>
          <p:cNvSpPr/>
          <p:nvPr/>
        </p:nvSpPr>
        <p:spPr>
          <a:xfrm rot="5400000">
            <a:off x="-47550" y="2619221"/>
            <a:ext cx="857100" cy="762000"/>
          </a:xfrm>
          <a:prstGeom prst="triangle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1"/>
          <p:cNvSpPr/>
          <p:nvPr/>
        </p:nvSpPr>
        <p:spPr>
          <a:xfrm rot="-5400000">
            <a:off x="1476512" y="3047950"/>
            <a:ext cx="857100" cy="762000"/>
          </a:xfrm>
          <a:prstGeom prst="triangle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21"/>
          <p:cNvSpPr/>
          <p:nvPr/>
        </p:nvSpPr>
        <p:spPr>
          <a:xfrm rot="-5400000" flipH="1">
            <a:off x="714548" y="2619221"/>
            <a:ext cx="857100" cy="762000"/>
          </a:xfrm>
          <a:prstGeom prst="triangle">
            <a:avLst>
              <a:gd name="adj" fmla="val 50000"/>
            </a:avLst>
          </a:prstGeom>
          <a:solidFill>
            <a:srgbClr val="B7B7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1"/>
          <p:cNvSpPr/>
          <p:nvPr/>
        </p:nvSpPr>
        <p:spPr>
          <a:xfrm rot="5400000" flipH="1">
            <a:off x="714337" y="2190706"/>
            <a:ext cx="857100" cy="762000"/>
          </a:xfrm>
          <a:prstGeom prst="triangle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1"/>
          <p:cNvSpPr/>
          <p:nvPr/>
        </p:nvSpPr>
        <p:spPr>
          <a:xfrm rot="5400000" flipH="1">
            <a:off x="714337" y="3047950"/>
            <a:ext cx="857100" cy="762000"/>
          </a:xfrm>
          <a:prstGeom prst="triangle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1"/>
          <p:cNvSpPr/>
          <p:nvPr/>
        </p:nvSpPr>
        <p:spPr>
          <a:xfrm rot="-5400000">
            <a:off x="-47416" y="3047950"/>
            <a:ext cx="857100" cy="762000"/>
          </a:xfrm>
          <a:prstGeom prst="triangle">
            <a:avLst>
              <a:gd name="adj" fmla="val 50000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1"/>
          <p:cNvSpPr/>
          <p:nvPr/>
        </p:nvSpPr>
        <p:spPr>
          <a:xfrm rot="5400000">
            <a:off x="1476378" y="2619221"/>
            <a:ext cx="857100" cy="762000"/>
          </a:xfrm>
          <a:prstGeom prst="triangle">
            <a:avLst>
              <a:gd name="adj" fmla="val 50000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1"/>
          <p:cNvSpPr/>
          <p:nvPr/>
        </p:nvSpPr>
        <p:spPr>
          <a:xfrm rot="-5400000">
            <a:off x="-47416" y="3905326"/>
            <a:ext cx="857100" cy="7620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/>
          <p:nvPr/>
        </p:nvSpPr>
        <p:spPr>
          <a:xfrm rot="-5400000">
            <a:off x="1476512" y="3905326"/>
            <a:ext cx="857100" cy="762000"/>
          </a:xfrm>
          <a:prstGeom prst="triangle">
            <a:avLst>
              <a:gd name="adj" fmla="val 5000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21"/>
          <p:cNvSpPr/>
          <p:nvPr/>
        </p:nvSpPr>
        <p:spPr>
          <a:xfrm rot="5400000">
            <a:off x="-47550" y="4333841"/>
            <a:ext cx="857100" cy="762000"/>
          </a:xfrm>
          <a:prstGeom prst="triangle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1"/>
          <p:cNvSpPr/>
          <p:nvPr/>
        </p:nvSpPr>
        <p:spPr>
          <a:xfrm rot="-5400000" flipH="1">
            <a:off x="714548" y="4333841"/>
            <a:ext cx="857100" cy="762000"/>
          </a:xfrm>
          <a:prstGeom prst="triangle">
            <a:avLst>
              <a:gd name="adj" fmla="val 50000"/>
            </a:avLst>
          </a:prstGeom>
          <a:solidFill>
            <a:srgbClr val="B7B7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1"/>
          <p:cNvSpPr/>
          <p:nvPr/>
        </p:nvSpPr>
        <p:spPr>
          <a:xfrm rot="5400000" flipH="1">
            <a:off x="714337" y="3905326"/>
            <a:ext cx="857100" cy="762000"/>
          </a:xfrm>
          <a:prstGeom prst="triangle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1"/>
          <p:cNvSpPr/>
          <p:nvPr/>
        </p:nvSpPr>
        <p:spPr>
          <a:xfrm rot="5400000">
            <a:off x="1476416" y="4333549"/>
            <a:ext cx="857100" cy="762000"/>
          </a:xfrm>
          <a:prstGeom prst="triangle">
            <a:avLst>
              <a:gd name="adj" fmla="val 50000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21"/>
          <p:cNvSpPr txBox="1">
            <a:spLocks noGrp="1"/>
          </p:cNvSpPr>
          <p:nvPr>
            <p:ph type="title"/>
          </p:nvPr>
        </p:nvSpPr>
        <p:spPr>
          <a:xfrm>
            <a:off x="2894475" y="450971"/>
            <a:ext cx="5740800" cy="14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21212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21212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21212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21212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21212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21212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21212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21212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212121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p21"/>
          <p:cNvSpPr txBox="1">
            <a:spLocks noGrp="1"/>
          </p:cNvSpPr>
          <p:nvPr>
            <p:ph type="body" idx="1"/>
          </p:nvPr>
        </p:nvSpPr>
        <p:spPr>
          <a:xfrm>
            <a:off x="2894475" y="1938950"/>
            <a:ext cx="5740800" cy="26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2000"/>
              <a:buChar char="●"/>
              <a:defRPr sz="2000">
                <a:solidFill>
                  <a:srgbClr val="616161"/>
                </a:solidFill>
              </a:defRPr>
            </a:lvl1pPr>
            <a:lvl2pPr marL="914400" lvl="1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600"/>
              <a:buChar char="○"/>
              <a:defRPr sz="1600">
                <a:solidFill>
                  <a:srgbClr val="616161"/>
                </a:solidFill>
              </a:defRPr>
            </a:lvl2pPr>
            <a:lvl3pPr marL="1371600" lvl="2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600"/>
              <a:buChar char="■"/>
              <a:defRPr sz="1600">
                <a:solidFill>
                  <a:srgbClr val="616161"/>
                </a:solidFill>
              </a:defRPr>
            </a:lvl3pPr>
            <a:lvl4pPr marL="1828800" lvl="3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600"/>
              <a:buChar char="●"/>
              <a:defRPr sz="1600">
                <a:solidFill>
                  <a:srgbClr val="616161"/>
                </a:solidFill>
              </a:defRPr>
            </a:lvl4pPr>
            <a:lvl5pPr marL="2286000" lvl="4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600"/>
              <a:buChar char="○"/>
              <a:defRPr sz="1600">
                <a:solidFill>
                  <a:srgbClr val="616161"/>
                </a:solidFill>
              </a:defRPr>
            </a:lvl5pPr>
            <a:lvl6pPr marL="2743200" lvl="5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600"/>
              <a:buChar char="■"/>
              <a:defRPr sz="1600">
                <a:solidFill>
                  <a:srgbClr val="616161"/>
                </a:solidFill>
              </a:defRPr>
            </a:lvl6pPr>
            <a:lvl7pPr marL="3200400" lvl="6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600"/>
              <a:buChar char="●"/>
              <a:defRPr sz="1600">
                <a:solidFill>
                  <a:srgbClr val="616161"/>
                </a:solidFill>
              </a:defRPr>
            </a:lvl7pPr>
            <a:lvl8pPr marL="3657600" lvl="7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600"/>
              <a:buChar char="○"/>
              <a:defRPr sz="1600">
                <a:solidFill>
                  <a:srgbClr val="616161"/>
                </a:solidFill>
              </a:defRPr>
            </a:lvl8pPr>
            <a:lvl9pPr marL="4114800" lvl="8" indent="-3302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616161"/>
              </a:buClr>
              <a:buSzPts val="1600"/>
              <a:buChar char="■"/>
              <a:defRPr sz="1600">
                <a:solidFill>
                  <a:srgbClr val="616161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61616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61616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61616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61616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61616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61616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61616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61616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61616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>
  <p:cSld name="AUTOLAYOUT_20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2"/>
          <p:cNvSpPr/>
          <p:nvPr/>
        </p:nvSpPr>
        <p:spPr>
          <a:xfrm>
            <a:off x="0" y="0"/>
            <a:ext cx="9144000" cy="1853400"/>
          </a:xfrm>
          <a:prstGeom prst="rect">
            <a:avLst/>
          </a:prstGeom>
          <a:gradFill>
            <a:gsLst>
              <a:gs pos="0">
                <a:srgbClr val="696969"/>
              </a:gs>
              <a:gs pos="100000">
                <a:srgbClr val="1D1D1D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2"/>
          <p:cNvSpPr/>
          <p:nvPr/>
        </p:nvSpPr>
        <p:spPr>
          <a:xfrm rot="-5400000">
            <a:off x="8350500" y="4274700"/>
            <a:ext cx="792600" cy="7926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2"/>
          <p:cNvSpPr/>
          <p:nvPr/>
        </p:nvSpPr>
        <p:spPr>
          <a:xfrm rot="-5400000">
            <a:off x="7289700" y="0"/>
            <a:ext cx="1853400" cy="1853400"/>
          </a:xfrm>
          <a:prstGeom prst="rtTriangle">
            <a:avLst/>
          </a:prstGeom>
          <a:solidFill>
            <a:srgbClr val="6969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311700" y="751700"/>
            <a:ext cx="6721500" cy="10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body" idx="1"/>
          </p:nvPr>
        </p:nvSpPr>
        <p:spPr>
          <a:xfrm>
            <a:off x="311700" y="2069750"/>
            <a:ext cx="8520600" cy="24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400">
                <a:solidFill>
                  <a:schemeClr val="dk2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 sz="1400">
                <a:solidFill>
                  <a:schemeClr val="dk2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 sz="1400">
                <a:solidFill>
                  <a:schemeClr val="dk2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400">
                <a:solidFill>
                  <a:schemeClr val="dk2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 sz="1400">
                <a:solidFill>
                  <a:schemeClr val="dk2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 sz="1400">
                <a:solidFill>
                  <a:schemeClr val="dk2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400">
                <a:solidFill>
                  <a:schemeClr val="dk2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Char char="■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4">
  <p:cSld name="AUTOLAYOUT_7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3"/>
          <p:cNvSpPr/>
          <p:nvPr/>
        </p:nvSpPr>
        <p:spPr>
          <a:xfrm>
            <a:off x="-100" y="-125"/>
            <a:ext cx="9144000" cy="5143500"/>
          </a:xfrm>
          <a:prstGeom prst="rect">
            <a:avLst/>
          </a:prstGeom>
          <a:gradFill>
            <a:gsLst>
              <a:gs pos="0">
                <a:srgbClr val="696969"/>
              </a:gs>
              <a:gs pos="100000">
                <a:srgbClr val="1D1D1D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3"/>
          <p:cNvSpPr/>
          <p:nvPr/>
        </p:nvSpPr>
        <p:spPr>
          <a:xfrm>
            <a:off x="0" y="0"/>
            <a:ext cx="3789300" cy="51435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3"/>
          <p:cNvSpPr txBox="1">
            <a:spLocks noGrp="1"/>
          </p:cNvSpPr>
          <p:nvPr>
            <p:ph type="title"/>
          </p:nvPr>
        </p:nvSpPr>
        <p:spPr>
          <a:xfrm>
            <a:off x="265500" y="316700"/>
            <a:ext cx="3163500" cy="26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body" idx="1"/>
          </p:nvPr>
        </p:nvSpPr>
        <p:spPr>
          <a:xfrm>
            <a:off x="4283675" y="316700"/>
            <a:ext cx="4407300" cy="38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  <a:defRPr sz="1800">
                <a:solidFill>
                  <a:srgbClr val="FFFFFF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100"/>
              <a:buChar char="○"/>
              <a:defRPr sz="1400">
                <a:solidFill>
                  <a:srgbClr val="FFFFFF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100"/>
              <a:buChar char="■"/>
              <a:defRPr sz="1400">
                <a:solidFill>
                  <a:srgbClr val="FFFFFF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  <a:defRPr sz="1400">
                <a:solidFill>
                  <a:srgbClr val="FFFFFF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100"/>
              <a:buChar char="○"/>
              <a:defRPr sz="1400">
                <a:solidFill>
                  <a:srgbClr val="FFFFFF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100"/>
              <a:buChar char="■"/>
              <a:defRPr sz="1400">
                <a:solidFill>
                  <a:srgbClr val="FFFFFF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  <a:defRPr sz="1400">
                <a:solidFill>
                  <a:srgbClr val="FFFFFF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100"/>
              <a:buChar char="○"/>
              <a:defRPr sz="1400">
                <a:solidFill>
                  <a:srgbClr val="FFFFFF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100"/>
              <a:buChar char="■"/>
              <a:defRPr sz="1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03" name="Google Shape;103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3">
  <p:cSld name="AUTOLAYOUT_16">
    <p:bg>
      <p:bgPr>
        <a:solidFill>
          <a:srgbClr val="FFFFFF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4"/>
          <p:cNvSpPr/>
          <p:nvPr/>
        </p:nvSpPr>
        <p:spPr>
          <a:xfrm>
            <a:off x="-29" y="0"/>
            <a:ext cx="9144000" cy="17415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4"/>
          <p:cNvSpPr/>
          <p:nvPr/>
        </p:nvSpPr>
        <p:spPr>
          <a:xfrm rot="-5400000">
            <a:off x="7406225" y="300"/>
            <a:ext cx="1738200" cy="1737300"/>
          </a:xfrm>
          <a:prstGeom prst="rtTriangle">
            <a:avLst/>
          </a:prstGeom>
          <a:solidFill>
            <a:srgbClr val="FFFFFF">
              <a:alpha val="4352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4"/>
          <p:cNvSpPr txBox="1">
            <a:spLocks noGrp="1"/>
          </p:cNvSpPr>
          <p:nvPr>
            <p:ph type="title"/>
          </p:nvPr>
        </p:nvSpPr>
        <p:spPr>
          <a:xfrm>
            <a:off x="324475" y="148225"/>
            <a:ext cx="5244900" cy="13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1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1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1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1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1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1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1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1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24"/>
          <p:cNvSpPr txBox="1">
            <a:spLocks noGrp="1"/>
          </p:cNvSpPr>
          <p:nvPr>
            <p:ph type="body" idx="1"/>
          </p:nvPr>
        </p:nvSpPr>
        <p:spPr>
          <a:xfrm>
            <a:off x="324475" y="1920450"/>
            <a:ext cx="8494800" cy="27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1800"/>
              <a:buChar char="●"/>
              <a:defRPr sz="1800">
                <a:solidFill>
                  <a:srgbClr val="61616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100"/>
              <a:buChar char="○"/>
              <a:defRPr sz="1400">
                <a:solidFill>
                  <a:srgbClr val="61616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100"/>
              <a:buChar char="■"/>
              <a:defRPr sz="1400">
                <a:solidFill>
                  <a:srgbClr val="61616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100"/>
              <a:buChar char="●"/>
              <a:defRPr sz="1400">
                <a:solidFill>
                  <a:srgbClr val="61616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100"/>
              <a:buChar char="○"/>
              <a:defRPr sz="1400">
                <a:solidFill>
                  <a:srgbClr val="61616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100"/>
              <a:buChar char="■"/>
              <a:defRPr sz="1400">
                <a:solidFill>
                  <a:srgbClr val="61616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100"/>
              <a:buChar char="●"/>
              <a:defRPr sz="1400">
                <a:solidFill>
                  <a:srgbClr val="61616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100"/>
              <a:buChar char="○"/>
              <a:defRPr sz="1400">
                <a:solidFill>
                  <a:srgbClr val="61616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616161"/>
              </a:buClr>
              <a:buSzPts val="1100"/>
              <a:buChar char="■"/>
              <a:defRPr sz="1400">
                <a:solidFill>
                  <a:srgbClr val="616161"/>
                </a:solidFill>
              </a:defRPr>
            </a:lvl9pPr>
          </a:lstStyle>
          <a:p>
            <a:endParaRPr/>
          </a:p>
        </p:txBody>
      </p:sp>
      <p:sp>
        <p:nvSpPr>
          <p:cNvPr id="110" name="Google Shape;11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61616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61616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61616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61616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61616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61616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61616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61616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61616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AUTOLAYOUT_4"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5"/>
          <p:cNvSpPr/>
          <p:nvPr/>
        </p:nvSpPr>
        <p:spPr>
          <a:xfrm rot="5400000">
            <a:off x="-47550" y="1761940"/>
            <a:ext cx="857100" cy="762000"/>
          </a:xfrm>
          <a:prstGeom prst="triangle">
            <a:avLst>
              <a:gd name="adj" fmla="val 5000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5"/>
          <p:cNvSpPr/>
          <p:nvPr/>
        </p:nvSpPr>
        <p:spPr>
          <a:xfrm rot="5400000">
            <a:off x="-47550" y="47550"/>
            <a:ext cx="857100" cy="762000"/>
          </a:xfrm>
          <a:prstGeom prst="triangle">
            <a:avLst>
              <a:gd name="adj" fmla="val 50000"/>
            </a:avLst>
          </a:prstGeom>
          <a:solidFill>
            <a:srgbClr val="B7B7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5"/>
          <p:cNvSpPr/>
          <p:nvPr/>
        </p:nvSpPr>
        <p:spPr>
          <a:xfrm rot="-5400000">
            <a:off x="-47416" y="476280"/>
            <a:ext cx="857100" cy="7620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5"/>
          <p:cNvSpPr/>
          <p:nvPr/>
        </p:nvSpPr>
        <p:spPr>
          <a:xfrm rot="5400000">
            <a:off x="1476378" y="1761940"/>
            <a:ext cx="857100" cy="762000"/>
          </a:xfrm>
          <a:prstGeom prst="triangle">
            <a:avLst>
              <a:gd name="adj" fmla="val 5000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5"/>
          <p:cNvSpPr/>
          <p:nvPr/>
        </p:nvSpPr>
        <p:spPr>
          <a:xfrm rot="-5400000">
            <a:off x="1690750" y="4548000"/>
            <a:ext cx="428700" cy="762000"/>
          </a:xfrm>
          <a:prstGeom prst="rtTriangle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5"/>
          <p:cNvSpPr/>
          <p:nvPr/>
        </p:nvSpPr>
        <p:spPr>
          <a:xfrm rot="-5400000">
            <a:off x="1476512" y="476280"/>
            <a:ext cx="857100" cy="762000"/>
          </a:xfrm>
          <a:prstGeom prst="triangle">
            <a:avLst>
              <a:gd name="adj" fmla="val 5000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5"/>
          <p:cNvSpPr/>
          <p:nvPr/>
        </p:nvSpPr>
        <p:spPr>
          <a:xfrm rot="-5400000" flipH="1">
            <a:off x="714548" y="1761940"/>
            <a:ext cx="857100" cy="7620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5"/>
          <p:cNvSpPr/>
          <p:nvPr/>
        </p:nvSpPr>
        <p:spPr>
          <a:xfrm rot="5400000">
            <a:off x="-47550" y="904795"/>
            <a:ext cx="857100" cy="762000"/>
          </a:xfrm>
          <a:prstGeom prst="triangle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5"/>
          <p:cNvSpPr/>
          <p:nvPr/>
        </p:nvSpPr>
        <p:spPr>
          <a:xfrm rot="-5400000">
            <a:off x="1476512" y="1333525"/>
            <a:ext cx="857100" cy="762000"/>
          </a:xfrm>
          <a:prstGeom prst="triangle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5"/>
          <p:cNvSpPr/>
          <p:nvPr/>
        </p:nvSpPr>
        <p:spPr>
          <a:xfrm rot="-5400000" flipH="1">
            <a:off x="714548" y="47550"/>
            <a:ext cx="857100" cy="762000"/>
          </a:xfrm>
          <a:prstGeom prst="triangle">
            <a:avLst>
              <a:gd name="adj" fmla="val 5000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5"/>
          <p:cNvSpPr/>
          <p:nvPr/>
        </p:nvSpPr>
        <p:spPr>
          <a:xfrm rot="-5400000" flipH="1">
            <a:off x="714548" y="904795"/>
            <a:ext cx="857100" cy="762000"/>
          </a:xfrm>
          <a:prstGeom prst="triangle">
            <a:avLst>
              <a:gd name="adj" fmla="val 50000"/>
            </a:avLst>
          </a:prstGeom>
          <a:solidFill>
            <a:srgbClr val="B7B7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5"/>
          <p:cNvSpPr/>
          <p:nvPr/>
        </p:nvSpPr>
        <p:spPr>
          <a:xfrm rot="-5400000">
            <a:off x="166784" y="4548000"/>
            <a:ext cx="428700" cy="762000"/>
          </a:xfrm>
          <a:prstGeom prst="rtTriangle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5"/>
          <p:cNvSpPr/>
          <p:nvPr/>
        </p:nvSpPr>
        <p:spPr>
          <a:xfrm rot="-5400000" flipH="1">
            <a:off x="166707" y="-166445"/>
            <a:ext cx="428700" cy="762000"/>
          </a:xfrm>
          <a:prstGeom prst="rtTriangle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5"/>
          <p:cNvSpPr/>
          <p:nvPr/>
        </p:nvSpPr>
        <p:spPr>
          <a:xfrm rot="-5400000" flipH="1">
            <a:off x="1690635" y="-166445"/>
            <a:ext cx="428700" cy="762000"/>
          </a:xfrm>
          <a:prstGeom prst="rtTriangle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5"/>
          <p:cNvSpPr/>
          <p:nvPr/>
        </p:nvSpPr>
        <p:spPr>
          <a:xfrm rot="5400000" flipH="1">
            <a:off x="714337" y="476280"/>
            <a:ext cx="857100" cy="762000"/>
          </a:xfrm>
          <a:prstGeom prst="triangle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5"/>
          <p:cNvSpPr/>
          <p:nvPr/>
        </p:nvSpPr>
        <p:spPr>
          <a:xfrm rot="5400000" flipH="1">
            <a:off x="714337" y="1333525"/>
            <a:ext cx="857100" cy="762000"/>
          </a:xfrm>
          <a:prstGeom prst="triangle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5"/>
          <p:cNvSpPr/>
          <p:nvPr/>
        </p:nvSpPr>
        <p:spPr>
          <a:xfrm rot="-5400000">
            <a:off x="-47416" y="1333525"/>
            <a:ext cx="857100" cy="762000"/>
          </a:xfrm>
          <a:prstGeom prst="triangle">
            <a:avLst>
              <a:gd name="adj" fmla="val 50000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5"/>
          <p:cNvSpPr/>
          <p:nvPr/>
        </p:nvSpPr>
        <p:spPr>
          <a:xfrm rot="5400000">
            <a:off x="1476378" y="47550"/>
            <a:ext cx="857100" cy="762000"/>
          </a:xfrm>
          <a:prstGeom prst="triangle">
            <a:avLst>
              <a:gd name="adj" fmla="val 50000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5"/>
          <p:cNvSpPr/>
          <p:nvPr/>
        </p:nvSpPr>
        <p:spPr>
          <a:xfrm rot="5400000">
            <a:off x="1476378" y="904795"/>
            <a:ext cx="857100" cy="762000"/>
          </a:xfrm>
          <a:prstGeom prst="triangle">
            <a:avLst>
              <a:gd name="adj" fmla="val 50000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5"/>
          <p:cNvSpPr/>
          <p:nvPr/>
        </p:nvSpPr>
        <p:spPr>
          <a:xfrm rot="5400000" flipH="1">
            <a:off x="928614" y="4548000"/>
            <a:ext cx="428700" cy="762000"/>
          </a:xfrm>
          <a:prstGeom prst="rtTriangle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5"/>
          <p:cNvSpPr/>
          <p:nvPr/>
        </p:nvSpPr>
        <p:spPr>
          <a:xfrm rot="5400000">
            <a:off x="928614" y="-166445"/>
            <a:ext cx="428700" cy="762000"/>
          </a:xfrm>
          <a:prstGeom prst="rtTriangle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5"/>
          <p:cNvSpPr/>
          <p:nvPr/>
        </p:nvSpPr>
        <p:spPr>
          <a:xfrm rot="5400000">
            <a:off x="-47550" y="3476366"/>
            <a:ext cx="857100" cy="762000"/>
          </a:xfrm>
          <a:prstGeom prst="triangle">
            <a:avLst>
              <a:gd name="adj" fmla="val 5000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5"/>
          <p:cNvSpPr/>
          <p:nvPr/>
        </p:nvSpPr>
        <p:spPr>
          <a:xfrm rot="-5400000">
            <a:off x="-47416" y="2190706"/>
            <a:ext cx="857100" cy="7620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5"/>
          <p:cNvSpPr/>
          <p:nvPr/>
        </p:nvSpPr>
        <p:spPr>
          <a:xfrm rot="5400000">
            <a:off x="1476378" y="3476366"/>
            <a:ext cx="857100" cy="762000"/>
          </a:xfrm>
          <a:prstGeom prst="triangle">
            <a:avLst>
              <a:gd name="adj" fmla="val 5000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5"/>
          <p:cNvSpPr/>
          <p:nvPr/>
        </p:nvSpPr>
        <p:spPr>
          <a:xfrm rot="-5400000">
            <a:off x="1476512" y="2190706"/>
            <a:ext cx="857100" cy="762000"/>
          </a:xfrm>
          <a:prstGeom prst="triangle">
            <a:avLst>
              <a:gd name="adj" fmla="val 5000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5"/>
          <p:cNvSpPr/>
          <p:nvPr/>
        </p:nvSpPr>
        <p:spPr>
          <a:xfrm rot="-5400000" flipH="1">
            <a:off x="714548" y="3476366"/>
            <a:ext cx="857100" cy="7620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5"/>
          <p:cNvSpPr/>
          <p:nvPr/>
        </p:nvSpPr>
        <p:spPr>
          <a:xfrm rot="5400000">
            <a:off x="-47550" y="2619221"/>
            <a:ext cx="857100" cy="762000"/>
          </a:xfrm>
          <a:prstGeom prst="triangle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5"/>
          <p:cNvSpPr/>
          <p:nvPr/>
        </p:nvSpPr>
        <p:spPr>
          <a:xfrm rot="-5400000">
            <a:off x="1476512" y="3047950"/>
            <a:ext cx="857100" cy="762000"/>
          </a:xfrm>
          <a:prstGeom prst="triangle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5"/>
          <p:cNvSpPr/>
          <p:nvPr/>
        </p:nvSpPr>
        <p:spPr>
          <a:xfrm rot="-5400000" flipH="1">
            <a:off x="714548" y="2619221"/>
            <a:ext cx="857100" cy="762000"/>
          </a:xfrm>
          <a:prstGeom prst="triangle">
            <a:avLst>
              <a:gd name="adj" fmla="val 50000"/>
            </a:avLst>
          </a:prstGeom>
          <a:solidFill>
            <a:srgbClr val="B7B7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5"/>
          <p:cNvSpPr/>
          <p:nvPr/>
        </p:nvSpPr>
        <p:spPr>
          <a:xfrm rot="5400000" flipH="1">
            <a:off x="714337" y="2190706"/>
            <a:ext cx="857100" cy="762000"/>
          </a:xfrm>
          <a:prstGeom prst="triangle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5"/>
          <p:cNvSpPr/>
          <p:nvPr/>
        </p:nvSpPr>
        <p:spPr>
          <a:xfrm rot="5400000" flipH="1">
            <a:off x="714337" y="3047950"/>
            <a:ext cx="857100" cy="762000"/>
          </a:xfrm>
          <a:prstGeom prst="triangle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5"/>
          <p:cNvSpPr/>
          <p:nvPr/>
        </p:nvSpPr>
        <p:spPr>
          <a:xfrm rot="-5400000">
            <a:off x="-47416" y="3047950"/>
            <a:ext cx="857100" cy="762000"/>
          </a:xfrm>
          <a:prstGeom prst="triangle">
            <a:avLst>
              <a:gd name="adj" fmla="val 50000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5"/>
          <p:cNvSpPr/>
          <p:nvPr/>
        </p:nvSpPr>
        <p:spPr>
          <a:xfrm rot="5400000">
            <a:off x="1476378" y="2619221"/>
            <a:ext cx="857100" cy="762000"/>
          </a:xfrm>
          <a:prstGeom prst="triangle">
            <a:avLst>
              <a:gd name="adj" fmla="val 50000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5"/>
          <p:cNvSpPr/>
          <p:nvPr/>
        </p:nvSpPr>
        <p:spPr>
          <a:xfrm rot="-5400000">
            <a:off x="-47416" y="3905326"/>
            <a:ext cx="857100" cy="7620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5"/>
          <p:cNvSpPr/>
          <p:nvPr/>
        </p:nvSpPr>
        <p:spPr>
          <a:xfrm rot="-5400000">
            <a:off x="1476512" y="3905326"/>
            <a:ext cx="857100" cy="762000"/>
          </a:xfrm>
          <a:prstGeom prst="triangle">
            <a:avLst>
              <a:gd name="adj" fmla="val 5000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5"/>
          <p:cNvSpPr/>
          <p:nvPr/>
        </p:nvSpPr>
        <p:spPr>
          <a:xfrm rot="5400000">
            <a:off x="-47550" y="4333841"/>
            <a:ext cx="857100" cy="762000"/>
          </a:xfrm>
          <a:prstGeom prst="triangle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5"/>
          <p:cNvSpPr/>
          <p:nvPr/>
        </p:nvSpPr>
        <p:spPr>
          <a:xfrm rot="-5400000" flipH="1">
            <a:off x="714548" y="4333841"/>
            <a:ext cx="857100" cy="762000"/>
          </a:xfrm>
          <a:prstGeom prst="triangle">
            <a:avLst>
              <a:gd name="adj" fmla="val 50000"/>
            </a:avLst>
          </a:prstGeom>
          <a:solidFill>
            <a:srgbClr val="B7B7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5"/>
          <p:cNvSpPr/>
          <p:nvPr/>
        </p:nvSpPr>
        <p:spPr>
          <a:xfrm rot="5400000" flipH="1">
            <a:off x="714337" y="3905326"/>
            <a:ext cx="857100" cy="762000"/>
          </a:xfrm>
          <a:prstGeom prst="triangle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5"/>
          <p:cNvSpPr/>
          <p:nvPr/>
        </p:nvSpPr>
        <p:spPr>
          <a:xfrm rot="5400000">
            <a:off x="1476416" y="4333549"/>
            <a:ext cx="857100" cy="762000"/>
          </a:xfrm>
          <a:prstGeom prst="triangle">
            <a:avLst>
              <a:gd name="adj" fmla="val 50000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5"/>
          <p:cNvSpPr txBox="1">
            <a:spLocks noGrp="1"/>
          </p:cNvSpPr>
          <p:nvPr>
            <p:ph type="title"/>
          </p:nvPr>
        </p:nvSpPr>
        <p:spPr>
          <a:xfrm>
            <a:off x="2894475" y="450971"/>
            <a:ext cx="5740800" cy="14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21212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21212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21212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21212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21212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21212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21212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21212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212121"/>
                </a:solidFill>
              </a:defRPr>
            </a:lvl9pPr>
          </a:lstStyle>
          <a:p>
            <a:endParaRPr/>
          </a:p>
        </p:txBody>
      </p:sp>
      <p:sp>
        <p:nvSpPr>
          <p:cNvPr id="153" name="Google Shape;153;p25"/>
          <p:cNvSpPr txBox="1">
            <a:spLocks noGrp="1"/>
          </p:cNvSpPr>
          <p:nvPr>
            <p:ph type="body" idx="1"/>
          </p:nvPr>
        </p:nvSpPr>
        <p:spPr>
          <a:xfrm>
            <a:off x="2894475" y="1938950"/>
            <a:ext cx="5740800" cy="26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2000"/>
              <a:buChar char="●"/>
              <a:defRPr sz="2000">
                <a:solidFill>
                  <a:srgbClr val="616161"/>
                </a:solidFill>
              </a:defRPr>
            </a:lvl1pPr>
            <a:lvl2pPr marL="914400" lvl="1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600"/>
              <a:buChar char="○"/>
              <a:defRPr sz="1600">
                <a:solidFill>
                  <a:srgbClr val="616161"/>
                </a:solidFill>
              </a:defRPr>
            </a:lvl2pPr>
            <a:lvl3pPr marL="1371600" lvl="2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600"/>
              <a:buChar char="■"/>
              <a:defRPr sz="1600">
                <a:solidFill>
                  <a:srgbClr val="616161"/>
                </a:solidFill>
              </a:defRPr>
            </a:lvl3pPr>
            <a:lvl4pPr marL="1828800" lvl="3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600"/>
              <a:buChar char="●"/>
              <a:defRPr sz="1600">
                <a:solidFill>
                  <a:srgbClr val="616161"/>
                </a:solidFill>
              </a:defRPr>
            </a:lvl4pPr>
            <a:lvl5pPr marL="2286000" lvl="4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600"/>
              <a:buChar char="○"/>
              <a:defRPr sz="1600">
                <a:solidFill>
                  <a:srgbClr val="616161"/>
                </a:solidFill>
              </a:defRPr>
            </a:lvl5pPr>
            <a:lvl6pPr marL="2743200" lvl="5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600"/>
              <a:buChar char="■"/>
              <a:defRPr sz="1600">
                <a:solidFill>
                  <a:srgbClr val="616161"/>
                </a:solidFill>
              </a:defRPr>
            </a:lvl6pPr>
            <a:lvl7pPr marL="3200400" lvl="6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600"/>
              <a:buChar char="●"/>
              <a:defRPr sz="1600">
                <a:solidFill>
                  <a:srgbClr val="616161"/>
                </a:solidFill>
              </a:defRPr>
            </a:lvl7pPr>
            <a:lvl8pPr marL="3657600" lvl="7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600"/>
              <a:buChar char="○"/>
              <a:defRPr sz="1600">
                <a:solidFill>
                  <a:srgbClr val="616161"/>
                </a:solidFill>
              </a:defRPr>
            </a:lvl8pPr>
            <a:lvl9pPr marL="4114800" lvl="8" indent="-3302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616161"/>
              </a:buClr>
              <a:buSzPts val="1600"/>
              <a:buChar char="■"/>
              <a:defRPr sz="1600">
                <a:solidFill>
                  <a:srgbClr val="616161"/>
                </a:solidFill>
              </a:defRPr>
            </a:lvl9pPr>
          </a:lstStyle>
          <a:p>
            <a:endParaRPr/>
          </a:p>
        </p:txBody>
      </p:sp>
      <p:sp>
        <p:nvSpPr>
          <p:cNvPr id="154" name="Google Shape;154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61616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61616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61616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61616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61616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61616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61616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61616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61616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AUTOLAYOUT_28">
    <p:bg>
      <p:bgPr>
        <a:solidFill>
          <a:srgbClr val="FFFFFF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6"/>
          <p:cNvSpPr/>
          <p:nvPr/>
        </p:nvSpPr>
        <p:spPr>
          <a:xfrm>
            <a:off x="-25" y="0"/>
            <a:ext cx="9144000" cy="174150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6"/>
          <p:cNvSpPr/>
          <p:nvPr/>
        </p:nvSpPr>
        <p:spPr>
          <a:xfrm>
            <a:off x="6551675" y="0"/>
            <a:ext cx="2592300" cy="1741500"/>
          </a:xfrm>
          <a:prstGeom prst="rect">
            <a:avLst/>
          </a:prstGeom>
          <a:solidFill>
            <a:srgbClr val="FFFFFF">
              <a:alpha val="2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6"/>
          <p:cNvSpPr/>
          <p:nvPr/>
        </p:nvSpPr>
        <p:spPr>
          <a:xfrm rot="10800000">
            <a:off x="3991228" y="0"/>
            <a:ext cx="1727100" cy="1741500"/>
          </a:xfrm>
          <a:prstGeom prst="flowChartDelay">
            <a:avLst/>
          </a:prstGeom>
          <a:solidFill>
            <a:srgbClr val="0F9D5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6"/>
          <p:cNvSpPr/>
          <p:nvPr/>
        </p:nvSpPr>
        <p:spPr>
          <a:xfrm rot="10800000">
            <a:off x="3991228" y="0"/>
            <a:ext cx="1727100" cy="1741500"/>
          </a:xfrm>
          <a:prstGeom prst="flowChartDelay">
            <a:avLst/>
          </a:prstGeom>
          <a:solidFill>
            <a:srgbClr val="FFFFFF">
              <a:alpha val="1215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6"/>
          <p:cNvSpPr/>
          <p:nvPr/>
        </p:nvSpPr>
        <p:spPr>
          <a:xfrm rot="10800000">
            <a:off x="4431837" y="0"/>
            <a:ext cx="1727100" cy="1741500"/>
          </a:xfrm>
          <a:prstGeom prst="flowChartDelay">
            <a:avLst/>
          </a:prstGeom>
          <a:solidFill>
            <a:srgbClr val="0F9D5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6"/>
          <p:cNvSpPr/>
          <p:nvPr/>
        </p:nvSpPr>
        <p:spPr>
          <a:xfrm rot="10800000">
            <a:off x="4431837" y="0"/>
            <a:ext cx="1727100" cy="1741500"/>
          </a:xfrm>
          <a:prstGeom prst="flowChartDelay">
            <a:avLst/>
          </a:prstGeom>
          <a:solidFill>
            <a:srgbClr val="FFFFFF">
              <a:alpha val="1843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6"/>
          <p:cNvSpPr/>
          <p:nvPr/>
        </p:nvSpPr>
        <p:spPr>
          <a:xfrm rot="10800000">
            <a:off x="4856511" y="0"/>
            <a:ext cx="1727100" cy="1741500"/>
          </a:xfrm>
          <a:prstGeom prst="flowChartDelay">
            <a:avLst/>
          </a:prstGeom>
          <a:solidFill>
            <a:srgbClr val="0F9D5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6"/>
          <p:cNvSpPr/>
          <p:nvPr/>
        </p:nvSpPr>
        <p:spPr>
          <a:xfrm rot="10800000">
            <a:off x="4856511" y="0"/>
            <a:ext cx="1727100" cy="1741500"/>
          </a:xfrm>
          <a:prstGeom prst="flowChartDelay">
            <a:avLst/>
          </a:prstGeom>
          <a:solidFill>
            <a:srgbClr val="FFFFFF">
              <a:alpha val="2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6"/>
          <p:cNvSpPr txBox="1">
            <a:spLocks noGrp="1"/>
          </p:cNvSpPr>
          <p:nvPr>
            <p:ph type="title"/>
          </p:nvPr>
        </p:nvSpPr>
        <p:spPr>
          <a:xfrm>
            <a:off x="324475" y="148225"/>
            <a:ext cx="3559500" cy="13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1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1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1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1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1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1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1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6" name="Google Shape;166;p26"/>
          <p:cNvSpPr txBox="1">
            <a:spLocks noGrp="1"/>
          </p:cNvSpPr>
          <p:nvPr>
            <p:ph type="body" idx="1"/>
          </p:nvPr>
        </p:nvSpPr>
        <p:spPr>
          <a:xfrm>
            <a:off x="324475" y="1920450"/>
            <a:ext cx="8494800" cy="27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400">
                <a:solidFill>
                  <a:schemeClr val="dk2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 sz="1400">
                <a:solidFill>
                  <a:schemeClr val="dk2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 sz="1400">
                <a:solidFill>
                  <a:schemeClr val="dk2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400">
                <a:solidFill>
                  <a:schemeClr val="dk2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 sz="1400">
                <a:solidFill>
                  <a:schemeClr val="dk2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 sz="1400">
                <a:solidFill>
                  <a:schemeClr val="dk2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400">
                <a:solidFill>
                  <a:schemeClr val="dk2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Char char="■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67" name="Google Shape;167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AUTOLAYOUT_19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0" name="Google Shape;170;p27"/>
          <p:cNvGrpSpPr/>
          <p:nvPr/>
        </p:nvGrpSpPr>
        <p:grpSpPr>
          <a:xfrm>
            <a:off x="0" y="4510813"/>
            <a:ext cx="9144000" cy="150575"/>
            <a:chOff x="0" y="3797750"/>
            <a:chExt cx="9144000" cy="150575"/>
          </a:xfrm>
        </p:grpSpPr>
        <p:cxnSp>
          <p:nvCxnSpPr>
            <p:cNvPr id="171" name="Google Shape;171;p27"/>
            <p:cNvCxnSpPr/>
            <p:nvPr/>
          </p:nvCxnSpPr>
          <p:spPr>
            <a:xfrm>
              <a:off x="0" y="3797750"/>
              <a:ext cx="9144000" cy="0"/>
            </a:xfrm>
            <a:prstGeom prst="straightConnector1">
              <a:avLst/>
            </a:prstGeom>
            <a:noFill/>
            <a:ln w="19050" cap="flat" cmpd="sng">
              <a:solidFill>
                <a:srgbClr val="90A4AE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2" name="Google Shape;172;p27"/>
            <p:cNvCxnSpPr/>
            <p:nvPr/>
          </p:nvCxnSpPr>
          <p:spPr>
            <a:xfrm>
              <a:off x="0" y="3948325"/>
              <a:ext cx="9144000" cy="0"/>
            </a:xfrm>
            <a:prstGeom prst="straightConnector1">
              <a:avLst/>
            </a:prstGeom>
            <a:noFill/>
            <a:ln w="19050" cap="flat" cmpd="sng">
              <a:solidFill>
                <a:srgbClr val="90A4AE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3" name="Google Shape;173;p27"/>
            <p:cNvCxnSpPr/>
            <p:nvPr/>
          </p:nvCxnSpPr>
          <p:spPr>
            <a:xfrm>
              <a:off x="0" y="3873038"/>
              <a:ext cx="9144000" cy="0"/>
            </a:xfrm>
            <a:prstGeom prst="straightConnector1">
              <a:avLst/>
            </a:prstGeom>
            <a:noFill/>
            <a:ln w="19050" cap="flat" cmpd="sng">
              <a:solidFill>
                <a:srgbClr val="90A4AE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74" name="Google Shape;174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75" name="Google Shape;175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2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rgbClr val="FFFFFF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100"/>
              <a:buChar char="○"/>
              <a:defRPr sz="1400">
                <a:solidFill>
                  <a:srgbClr val="FFFFFF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100"/>
              <a:buChar char="■"/>
              <a:defRPr sz="1400">
                <a:solidFill>
                  <a:srgbClr val="FFFFFF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  <a:defRPr sz="1400">
                <a:solidFill>
                  <a:srgbClr val="FFFFFF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100"/>
              <a:buChar char="○"/>
              <a:defRPr sz="1400">
                <a:solidFill>
                  <a:srgbClr val="FFFFFF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100"/>
              <a:buChar char="■"/>
              <a:defRPr sz="1400">
                <a:solidFill>
                  <a:srgbClr val="FFFFFF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  <a:defRPr sz="1400">
                <a:solidFill>
                  <a:srgbClr val="FFFFFF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100"/>
              <a:buChar char="○"/>
              <a:defRPr sz="1400">
                <a:solidFill>
                  <a:srgbClr val="FFFFFF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100"/>
              <a:buChar char="■"/>
              <a:defRPr sz="1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76" name="Google Shape;176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1">
  <p:cSld name="AUTOLAYOUT_31">
    <p:bg>
      <p:bgPr>
        <a:solidFill>
          <a:srgbClr val="FFFFFF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8"/>
          <p:cNvSpPr/>
          <p:nvPr/>
        </p:nvSpPr>
        <p:spPr>
          <a:xfrm>
            <a:off x="4308425" y="308000"/>
            <a:ext cx="4527600" cy="451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3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oogle Shape;182;p29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83" name="Google Shape;183;p29"/>
            <p:cNvGrpSpPr/>
            <p:nvPr/>
          </p:nvGrpSpPr>
          <p:grpSpPr>
            <a:xfrm>
              <a:off x="7343003" y="4453711"/>
              <a:ext cx="316800" cy="688512"/>
              <a:chOff x="7343003" y="4453711"/>
              <a:chExt cx="316800" cy="688512"/>
            </a:xfrm>
          </p:grpSpPr>
          <p:sp>
            <p:nvSpPr>
              <p:cNvPr id="184" name="Google Shape;184;p29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29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6" name="Google Shape;186;p29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87" name="Google Shape;187;p29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29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29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0" name="Google Shape;190;p29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1" name="Google Shape;191;p29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29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29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29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5" name="Google Shape;195;p29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196" name="Google Shape;196;p29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29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29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29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29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01" name="Google Shape;201;p29"/>
          <p:cNvGrpSpPr/>
          <p:nvPr/>
        </p:nvGrpSpPr>
        <p:grpSpPr>
          <a:xfrm>
            <a:off x="5043503" y="0"/>
            <a:ext cx="3814072" cy="3839101"/>
            <a:chOff x="5043503" y="0"/>
            <a:chExt cx="3814072" cy="3839101"/>
          </a:xfrm>
        </p:grpSpPr>
        <p:sp>
          <p:nvSpPr>
            <p:cNvPr id="202" name="Google Shape;202;p29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29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4" name="Google Shape;204;p29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205" name="Google Shape;205;p29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29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name="adj1" fmla="val 8244818"/>
                  <a:gd name="adj2" fmla="val 16246175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29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8" name="Google Shape;208;p29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9" name="Google Shape;209;p29"/>
            <p:cNvGrpSpPr/>
            <p:nvPr/>
          </p:nvGrpSpPr>
          <p:grpSpPr>
            <a:xfrm>
              <a:off x="7952721" y="179238"/>
              <a:ext cx="873165" cy="873003"/>
              <a:chOff x="7754428" y="208725"/>
              <a:chExt cx="541800" cy="541800"/>
            </a:xfrm>
          </p:grpSpPr>
          <p:sp>
            <p:nvSpPr>
              <p:cNvPr id="210" name="Google Shape;210;p29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29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2" name="Google Shape;212;p29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9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9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name="adj1" fmla="val 8801158"/>
                <a:gd name="adj2" fmla="val 16200000"/>
              </a:avLst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29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9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name="adj1" fmla="val 12554101"/>
                <a:gd name="adj2" fmla="val 16200000"/>
              </a:avLst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9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8" name="Google Shape;218;p29"/>
          <p:cNvSpPr txBox="1">
            <a:spLocks noGrp="1"/>
          </p:cNvSpPr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9" name="Google Shape;219;p29"/>
          <p:cNvSpPr txBox="1">
            <a:spLocks noGrp="1"/>
          </p:cNvSpPr>
          <p:nvPr>
            <p:ph type="subTitle" idx="1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0" name="Google Shape;220;p29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30"/>
          <p:cNvGrpSpPr/>
          <p:nvPr/>
        </p:nvGrpSpPr>
        <p:grpSpPr>
          <a:xfrm>
            <a:off x="146769" y="3406"/>
            <a:ext cx="1233214" cy="1384535"/>
            <a:chOff x="146769" y="3406"/>
            <a:chExt cx="1233214" cy="1384535"/>
          </a:xfrm>
        </p:grpSpPr>
        <p:grpSp>
          <p:nvGrpSpPr>
            <p:cNvPr id="223" name="Google Shape;223;p30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224" name="Google Shape;224;p30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30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6" name="Google Shape;226;p30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227" name="Google Shape;227;p30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30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30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0" name="Google Shape;230;p30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231" name="Google Shape;231;p30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30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30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30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35" name="Google Shape;235;p30"/>
          <p:cNvGrpSpPr/>
          <p:nvPr/>
        </p:nvGrpSpPr>
        <p:grpSpPr>
          <a:xfrm>
            <a:off x="6775084" y="2904008"/>
            <a:ext cx="2186147" cy="2239500"/>
            <a:chOff x="6775084" y="2904008"/>
            <a:chExt cx="2186147" cy="2239500"/>
          </a:xfrm>
        </p:grpSpPr>
        <p:grpSp>
          <p:nvGrpSpPr>
            <p:cNvPr id="236" name="Google Shape;236;p30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237" name="Google Shape;237;p30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30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9" name="Google Shape;239;p30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240" name="Google Shape;240;p30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" name="Google Shape;241;p30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30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3" name="Google Shape;243;p30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244" name="Google Shape;244;p30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30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30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30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8" name="Google Shape;248;p30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249" name="Google Shape;249;p30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30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30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30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30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54" name="Google Shape;254;p30"/>
          <p:cNvSpPr txBox="1">
            <a:spLocks noGrp="1"/>
          </p:cNvSpPr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5" name="Google Shape;255;p30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oogle Shape;257;p31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258" name="Google Shape;258;p31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31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0" name="Google Shape;260;p31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31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62" name="Google Shape;262;p3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" name="Google Shape;264;p32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265" name="Google Shape;265;p32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32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7" name="Google Shape;267;p32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32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69" name="Google Shape;269;p32"/>
          <p:cNvSpPr txBox="1">
            <a:spLocks noGrp="1"/>
          </p:cNvSpPr>
          <p:nvPr>
            <p:ph type="body" idx="2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70" name="Google Shape;270;p3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33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273" name="Google Shape;273;p33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33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5" name="Google Shape;275;p33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33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8" name="Google Shape;278;p3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279" name="Google Shape;279;p3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3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1" name="Google Shape;281;p34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34"/>
          <p:cNvSpPr txBox="1">
            <a:spLocks noGrp="1"/>
          </p:cNvSpPr>
          <p:nvPr>
            <p:ph type="body" idx="1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83" name="Google Shape;283;p34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1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5" name="Google Shape;285;p35"/>
          <p:cNvGrpSpPr/>
          <p:nvPr/>
        </p:nvGrpSpPr>
        <p:grpSpPr>
          <a:xfrm>
            <a:off x="6866714" y="1256"/>
            <a:ext cx="2267379" cy="2601741"/>
            <a:chOff x="6790514" y="1256"/>
            <a:chExt cx="2267379" cy="2601741"/>
          </a:xfrm>
        </p:grpSpPr>
        <p:grpSp>
          <p:nvGrpSpPr>
            <p:cNvPr id="286" name="Google Shape;286;p35"/>
            <p:cNvGrpSpPr/>
            <p:nvPr/>
          </p:nvGrpSpPr>
          <p:grpSpPr>
            <a:xfrm>
              <a:off x="7067535" y="1256"/>
              <a:ext cx="1990358" cy="1990303"/>
              <a:chOff x="7067535" y="1256"/>
              <a:chExt cx="1990358" cy="1990303"/>
            </a:xfrm>
          </p:grpSpPr>
          <p:sp>
            <p:nvSpPr>
              <p:cNvPr id="287" name="Google Shape;287;p35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35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35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0" name="Google Shape;290;p35"/>
            <p:cNvGrpSpPr/>
            <p:nvPr/>
          </p:nvGrpSpPr>
          <p:grpSpPr>
            <a:xfrm>
              <a:off x="8207126" y="1807997"/>
              <a:ext cx="795000" cy="795000"/>
              <a:chOff x="8207126" y="1807997"/>
              <a:chExt cx="795000" cy="795000"/>
            </a:xfrm>
          </p:grpSpPr>
          <p:sp>
            <p:nvSpPr>
              <p:cNvPr id="291" name="Google Shape;291;p35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35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35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4" name="Google Shape;294;p35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295" name="Google Shape;295;p35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35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97" name="Google Shape;297;p35"/>
          <p:cNvSpPr txBox="1">
            <a:spLocks noGrp="1"/>
          </p:cNvSpPr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oogle Shape;300;p3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301" name="Google Shape;301;p3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3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3" name="Google Shape;303;p36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36"/>
          <p:cNvSpPr txBox="1">
            <a:spLocks noGrp="1"/>
          </p:cNvSpPr>
          <p:nvPr>
            <p:ph type="subTitle" idx="1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05" name="Google Shape;305;p36"/>
          <p:cNvSpPr txBox="1">
            <a:spLocks noGrp="1"/>
          </p:cNvSpPr>
          <p:nvPr>
            <p:ph type="body" idx="2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6" name="Google Shape;306;p36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" name="Google Shape;308;p37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309" name="Google Shape;309;p3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3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1" name="Google Shape;311;p37"/>
          <p:cNvSpPr txBox="1">
            <a:spLocks noGrp="1"/>
          </p:cNvSpPr>
          <p:nvPr>
            <p:ph type="body" idx="1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312" name="Google Shape;312;p37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oogle Shape;314;p38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315" name="Google Shape;315;p38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316" name="Google Shape;316;p38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38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p38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38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0" name="Google Shape;320;p38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321" name="Google Shape;321;p38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322;p38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323;p38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p38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38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6" name="Google Shape;326;p38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327" name="Google Shape;327;p38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38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38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" name="Google Shape;330;p38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1" name="Google Shape;331;p38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332" name="Google Shape;332;p38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38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38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5" name="Google Shape;335;p38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336" name="Google Shape;336;p38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" name="Google Shape;337;p38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" name="Google Shape;338;p38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38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38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1" name="Google Shape;341;p38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342" name="Google Shape;342;p38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38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38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38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6" name="Google Shape;346;p38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347" name="Google Shape;347;p38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38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38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0" name="Google Shape;350;p38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351" name="Google Shape;351;p38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38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38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38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38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6" name="Google Shape;356;p38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357" name="Google Shape;357;p38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38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38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38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1" name="Google Shape;361;p38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362" name="Google Shape;362;p38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" name="Google Shape;363;p38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38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38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6" name="Google Shape;366;p38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367" name="Google Shape;367;p38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38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38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0" name="Google Shape;370;p38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371" name="Google Shape;371;p38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38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38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38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5" name="Google Shape;375;p38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376" name="Google Shape;376;p38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" name="Google Shape;377;p38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" name="Google Shape;378;p38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38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0" name="Google Shape;380;p38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381" name="Google Shape;381;p38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p38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p38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p38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" name="Google Shape;385;p38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6" name="Google Shape;386;p38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387" name="Google Shape;387;p38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" name="Google Shape;388;p38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38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p38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1" name="Google Shape;391;p38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392" name="Google Shape;392;p38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Google Shape;393;p38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38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5" name="Google Shape;395;p38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396" name="Google Shape;396;p38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7" name="Google Shape;397;p38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p38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Google Shape;399;p38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0" name="Google Shape;400;p38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401" name="Google Shape;401;p38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" name="Google Shape;402;p38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" name="Google Shape;403;p38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" name="Google Shape;404;p38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p38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6" name="Google Shape;406;p38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407" name="Google Shape;407;p38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" name="Google Shape;408;p38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" name="Google Shape;409;p38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" name="Google Shape;410;p38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1" name="Google Shape;411;p38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412" name="Google Shape;412;p38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" name="Google Shape;413;p38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" name="Google Shape;414;p38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5" name="Google Shape;415;p38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416" name="Google Shape;416;p38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38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38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38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38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1" name="Google Shape;421;p38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422" name="Google Shape;422;p38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38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38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" name="Google Shape;425;p38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6" name="Google Shape;426;p38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427" name="Google Shape;427;p38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38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" name="Google Shape;429;p38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0" name="Google Shape;430;p38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1" name="Google Shape;431;p38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432" name="Google Shape;432;p38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p38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38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5" name="Google Shape;435;p38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436" name="Google Shape;436;p38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38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" name="Google Shape;438;p38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" name="Google Shape;439;p38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40" name="Google Shape;440;p38"/>
          <p:cNvSpPr txBox="1">
            <a:spLocks noGrp="1"/>
          </p:cNvSpPr>
          <p:nvPr>
            <p:ph type="title" hasCustomPrompt="1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41" name="Google Shape;441;p38"/>
          <p:cNvSpPr txBox="1">
            <a:spLocks noGrp="1"/>
          </p:cNvSpPr>
          <p:nvPr>
            <p:ph type="body" idx="1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2" name="Google Shape;442;p38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9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mentu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Nunito"/>
              <a:buChar char="■"/>
              <a:defRPr sz="11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"/>
          <p:cNvSpPr txBox="1">
            <a:spLocks noGrp="1"/>
          </p:cNvSpPr>
          <p:nvPr>
            <p:ph type="ctrTitle"/>
          </p:nvPr>
        </p:nvSpPr>
        <p:spPr>
          <a:xfrm>
            <a:off x="1682050" y="1550100"/>
            <a:ext cx="6246900" cy="13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AI Assisted Farming for Crop Recommendation Farm Yield Prediction Application</a:t>
            </a:r>
            <a:endParaRPr sz="3400"/>
          </a:p>
        </p:txBody>
      </p:sp>
      <p:sp>
        <p:nvSpPr>
          <p:cNvPr id="450" name="Google Shape;450;p1"/>
          <p:cNvSpPr txBox="1">
            <a:spLocks noGrp="1"/>
          </p:cNvSpPr>
          <p:nvPr>
            <p:ph type="subTitle" idx="1"/>
          </p:nvPr>
        </p:nvSpPr>
        <p:spPr>
          <a:xfrm>
            <a:off x="1681975" y="3043200"/>
            <a:ext cx="6246900" cy="5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Team </a:t>
            </a:r>
            <a:r>
              <a:rPr lang="en">
                <a:solidFill>
                  <a:srgbClr val="FF0000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TITAN</a:t>
            </a:r>
            <a:endParaRPr>
              <a:solidFill>
                <a:srgbClr val="FF0000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"/>
          <p:cNvSpPr txBox="1">
            <a:spLocks noGrp="1"/>
          </p:cNvSpPr>
          <p:nvPr>
            <p:ph type="title"/>
          </p:nvPr>
        </p:nvSpPr>
        <p:spPr>
          <a:xfrm>
            <a:off x="324475" y="148225"/>
            <a:ext cx="3559500" cy="13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456" name="Google Shape;456;p2"/>
          <p:cNvSpPr txBox="1">
            <a:spLocks noGrp="1"/>
          </p:cNvSpPr>
          <p:nvPr>
            <p:ph type="body" idx="1"/>
          </p:nvPr>
        </p:nvSpPr>
        <p:spPr>
          <a:xfrm>
            <a:off x="324475" y="1920450"/>
            <a:ext cx="8494800" cy="27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>
              <a:lnSpc>
                <a:spcPct val="120000"/>
              </a:lnSpc>
              <a:spcBef>
                <a:spcPts val="1200"/>
              </a:spcBef>
            </a:pPr>
            <a:r>
              <a:rPr lang="en" sz="2000" dirty="0">
                <a:solidFill>
                  <a:srgbClr val="000000"/>
                </a:solidFill>
              </a:rPr>
              <a:t> This is a Software model on AI assisted farming for crop recommendation and yield prediction using machine learning solutions.</a:t>
            </a:r>
          </a:p>
          <a:p>
            <a:pPr marL="342900">
              <a:lnSpc>
                <a:spcPct val="120000"/>
              </a:lnSpc>
              <a:spcBef>
                <a:spcPts val="1200"/>
              </a:spcBef>
            </a:pPr>
            <a:r>
              <a:rPr lang="en" sz="2000" dirty="0"/>
              <a:t>Our model risks involved in agriculture.</a:t>
            </a:r>
            <a:endParaRPr sz="2000"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"/>
          <p:cNvSpPr txBox="1">
            <a:spLocks noGrp="1"/>
          </p:cNvSpPr>
          <p:nvPr>
            <p:ph type="title"/>
          </p:nvPr>
        </p:nvSpPr>
        <p:spPr>
          <a:xfrm rot="-5400000">
            <a:off x="-620225" y="1797500"/>
            <a:ext cx="4064100" cy="15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>
                <a:solidFill>
                  <a:srgbClr val="FF0000"/>
                </a:solidFill>
              </a:rPr>
              <a:t>OVERVIEW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462" name="Google Shape;462;p3"/>
          <p:cNvSpPr txBox="1">
            <a:spLocks noGrp="1"/>
          </p:cNvSpPr>
          <p:nvPr>
            <p:ph type="body" idx="1"/>
          </p:nvPr>
        </p:nvSpPr>
        <p:spPr>
          <a:xfrm>
            <a:off x="2601000" y="351975"/>
            <a:ext cx="5913300" cy="45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20000"/>
              </a:lnSpc>
              <a:spcBef>
                <a:spcPts val="1200"/>
              </a:spcBef>
            </a:pPr>
            <a:r>
              <a:rPr lang="en" sz="1500" dirty="0">
                <a:solidFill>
                  <a:srgbClr val="212529"/>
                </a:solidFill>
                <a:highlight>
                  <a:srgbClr val="FFFFFF"/>
                </a:highlight>
              </a:rPr>
              <a:t>To help farmers in minimizing the risks involved in agriculture, </a:t>
            </a:r>
          </a:p>
          <a:p>
            <a:pPr marL="285750" indent="-285750">
              <a:lnSpc>
                <a:spcPct val="120000"/>
              </a:lnSpc>
              <a:spcBef>
                <a:spcPts val="1200"/>
              </a:spcBef>
            </a:pPr>
            <a:r>
              <a:rPr lang="en" sz="1500" dirty="0">
                <a:solidFill>
                  <a:srgbClr val="212529"/>
                </a:solidFill>
                <a:highlight>
                  <a:srgbClr val="FFFFFF"/>
                </a:highlight>
              </a:rPr>
              <a:t>we propose creating an application that recommends farmers about the </a:t>
            </a:r>
            <a:r>
              <a:rPr lang="en" sz="1500" b="1" dirty="0">
                <a:solidFill>
                  <a:srgbClr val="212529"/>
                </a:solidFill>
                <a:highlight>
                  <a:srgbClr val="FFFFFF"/>
                </a:highlight>
              </a:rPr>
              <a:t>best crops</a:t>
            </a:r>
            <a:r>
              <a:rPr lang="en" sz="1500" dirty="0">
                <a:solidFill>
                  <a:srgbClr val="212529"/>
                </a:solidFill>
                <a:highlight>
                  <a:srgbClr val="FFFFFF"/>
                </a:highlight>
              </a:rPr>
              <a:t> to be cultivated based on </a:t>
            </a:r>
            <a:r>
              <a:rPr lang="en" sz="1500" i="1" dirty="0">
                <a:solidFill>
                  <a:srgbClr val="212529"/>
                </a:solidFill>
                <a:highlight>
                  <a:srgbClr val="FFFFFF"/>
                </a:highlight>
              </a:rPr>
              <a:t>climatic parameters and nutrients</a:t>
            </a:r>
            <a:r>
              <a:rPr lang="en" sz="1500" dirty="0">
                <a:solidFill>
                  <a:srgbClr val="212529"/>
                </a:solidFill>
                <a:highlight>
                  <a:srgbClr val="FFFFFF"/>
                </a:highlight>
              </a:rPr>
              <a:t>,</a:t>
            </a:r>
          </a:p>
          <a:p>
            <a:pPr marL="285750" indent="-285750">
              <a:lnSpc>
                <a:spcPct val="120000"/>
              </a:lnSpc>
              <a:spcBef>
                <a:spcPts val="1200"/>
              </a:spcBef>
            </a:pPr>
            <a:r>
              <a:rPr lang="en" sz="1500" dirty="0">
                <a:solidFill>
                  <a:srgbClr val="212529"/>
                </a:solidFill>
                <a:highlight>
                  <a:srgbClr val="FFFFFF"/>
                </a:highlight>
              </a:rPr>
              <a:t> and also </a:t>
            </a:r>
            <a:r>
              <a:rPr lang="en" sz="1500" b="1" dirty="0">
                <a:solidFill>
                  <a:srgbClr val="212529"/>
                </a:solidFill>
                <a:highlight>
                  <a:srgbClr val="FFFFFF"/>
                </a:highlight>
              </a:rPr>
              <a:t>predict the yield</a:t>
            </a:r>
            <a:r>
              <a:rPr lang="en" sz="1500" dirty="0">
                <a:solidFill>
                  <a:srgbClr val="212529"/>
                </a:solidFill>
                <a:highlight>
                  <a:srgbClr val="FFFFFF"/>
                </a:highlight>
              </a:rPr>
              <a:t>. </a:t>
            </a:r>
            <a:endParaRPr sz="1500" dirty="0">
              <a:solidFill>
                <a:srgbClr val="212529"/>
              </a:solidFill>
              <a:highlight>
                <a:srgbClr val="FFFFFF"/>
              </a:highlight>
            </a:endParaRPr>
          </a:p>
          <a:p>
            <a:pPr marL="0" indent="457200">
              <a:lnSpc>
                <a:spcPct val="120000"/>
              </a:lnSpc>
              <a:spcBef>
                <a:spcPts val="1200"/>
              </a:spcBef>
              <a:buNone/>
            </a:pPr>
            <a:r>
              <a:rPr lang="en" sz="1500" dirty="0">
                <a:solidFill>
                  <a:srgbClr val="212529"/>
                </a:solidFill>
                <a:highlight>
                  <a:srgbClr val="FFFFFF"/>
                </a:highlight>
              </a:rPr>
              <a:t> </a:t>
            </a:r>
            <a:endParaRPr sz="1500" dirty="0">
              <a:solidFill>
                <a:srgbClr val="212529"/>
              </a:solidFill>
              <a:highlight>
                <a:srgbClr val="FFFFFF"/>
              </a:highlight>
            </a:endParaRPr>
          </a:p>
          <a:p>
            <a:pPr marL="0" indent="457200">
              <a:lnSpc>
                <a:spcPct val="120000"/>
              </a:lnSpc>
              <a:spcBef>
                <a:spcPts val="1200"/>
              </a:spcBef>
              <a:buNone/>
            </a:pPr>
            <a:r>
              <a:rPr lang="en" sz="1500" dirty="0">
                <a:solidFill>
                  <a:srgbClr val="212529"/>
                </a:solidFill>
                <a:highlight>
                  <a:srgbClr val="FFFFFF"/>
                </a:highlight>
              </a:rPr>
              <a:t>Thus, the solution to this Challenge can be a crop recommendation system that helps farmers to decide the right crop to sow in their field and forecast the yield &amp; revenue.</a:t>
            </a:r>
            <a:endParaRPr sz="1900"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</a:pPr>
            <a:endParaRPr dirty="0"/>
          </a:p>
        </p:txBody>
      </p:sp>
      <p:sp>
        <p:nvSpPr>
          <p:cNvPr id="463" name="Google Shape;463;p3"/>
          <p:cNvSpPr/>
          <p:nvPr/>
        </p:nvSpPr>
        <p:spPr>
          <a:xfrm rot="5400000">
            <a:off x="129225" y="2392000"/>
            <a:ext cx="4507800" cy="68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"/>
          <p:cNvSpPr txBox="1">
            <a:spLocks noGrp="1"/>
          </p:cNvSpPr>
          <p:nvPr>
            <p:ph type="title"/>
          </p:nvPr>
        </p:nvSpPr>
        <p:spPr>
          <a:xfrm>
            <a:off x="3868225" y="406900"/>
            <a:ext cx="4482600" cy="15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PROPOSED SOLUTION</a:t>
            </a:r>
            <a:endParaRPr/>
          </a:p>
        </p:txBody>
      </p:sp>
      <p:sp>
        <p:nvSpPr>
          <p:cNvPr id="475" name="Google Shape;475;p5"/>
          <p:cNvSpPr txBox="1">
            <a:spLocks noGrp="1"/>
          </p:cNvSpPr>
          <p:nvPr>
            <p:ph type="body" idx="1"/>
          </p:nvPr>
        </p:nvSpPr>
        <p:spPr>
          <a:xfrm>
            <a:off x="3868318" y="2053723"/>
            <a:ext cx="4482600" cy="23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/>
            <a:r>
              <a:rPr lang="en" sz="2000" dirty="0"/>
              <a:t>The </a:t>
            </a:r>
            <a:r>
              <a:rPr lang="en" sz="2000" b="1" dirty="0"/>
              <a:t>machine learning Model </a:t>
            </a:r>
            <a:r>
              <a:rPr lang="en" sz="2000" dirty="0"/>
              <a:t>solution has been prepared. </a:t>
            </a:r>
          </a:p>
          <a:p>
            <a:pPr marL="285750" indent="-285750"/>
            <a:r>
              <a:rPr lang="en" sz="2000" dirty="0"/>
              <a:t>Machine learning models that can </a:t>
            </a:r>
            <a:r>
              <a:rPr lang="en" sz="2000" b="1" dirty="0"/>
              <a:t>predict the yield </a:t>
            </a:r>
            <a:r>
              <a:rPr lang="en" sz="2000" dirty="0"/>
              <a:t>and can also </a:t>
            </a:r>
            <a:r>
              <a:rPr lang="en" sz="2000" b="1" dirty="0"/>
              <a:t>predict the crop </a:t>
            </a:r>
          </a:p>
          <a:p>
            <a:pPr marL="285750" indent="-285750"/>
            <a:r>
              <a:rPr lang="en" sz="2000" dirty="0"/>
              <a:t>and deployed in the web application.</a:t>
            </a:r>
            <a:endParaRPr sz="2000"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"/>
          <p:cNvSpPr txBox="1">
            <a:spLocks noGrp="1"/>
          </p:cNvSpPr>
          <p:nvPr>
            <p:ph type="title"/>
          </p:nvPr>
        </p:nvSpPr>
        <p:spPr>
          <a:xfrm>
            <a:off x="2894475" y="240296"/>
            <a:ext cx="5740800" cy="14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800"/>
              <a:t>DATA COLLECTION</a:t>
            </a:r>
            <a:endParaRPr sz="3800"/>
          </a:p>
        </p:txBody>
      </p:sp>
      <p:sp>
        <p:nvSpPr>
          <p:cNvPr id="481" name="Google Shape;481;p6"/>
          <p:cNvSpPr txBox="1">
            <a:spLocks noGrp="1"/>
          </p:cNvSpPr>
          <p:nvPr>
            <p:ph type="body" idx="1"/>
          </p:nvPr>
        </p:nvSpPr>
        <p:spPr>
          <a:xfrm>
            <a:off x="2894475" y="2062875"/>
            <a:ext cx="5740800" cy="26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000"/>
              <a:buNone/>
            </a:pPr>
            <a:r>
              <a:rPr lang="en" sz="19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historical</a:t>
            </a:r>
            <a:r>
              <a:rPr lang="en" sz="1900" b="1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data</a:t>
            </a:r>
            <a:r>
              <a:rPr lang="en" sz="19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of various </a:t>
            </a:r>
            <a:r>
              <a:rPr lang="en" sz="1900" b="1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nutrients</a:t>
            </a:r>
            <a:r>
              <a:rPr lang="en" sz="19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present in agricultural lands of different regions of the Country.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000"/>
              <a:buNone/>
            </a:pPr>
            <a:r>
              <a:rPr lang="en" sz="19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lang="en" sz="1900" b="1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crops</a:t>
            </a:r>
            <a:r>
              <a:rPr lang="en" sz="19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that are best suited to be cultivated in that region is also collected for training the </a:t>
            </a:r>
            <a:r>
              <a:rPr lang="en" sz="1900" b="1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machine learning</a:t>
            </a:r>
            <a:r>
              <a:rPr lang="en" sz="19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model.</a:t>
            </a:r>
            <a:endParaRPr sz="1900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7"/>
          <p:cNvSpPr txBox="1">
            <a:spLocks noGrp="1"/>
          </p:cNvSpPr>
          <p:nvPr>
            <p:ph type="title"/>
          </p:nvPr>
        </p:nvSpPr>
        <p:spPr>
          <a:xfrm>
            <a:off x="311700" y="751700"/>
            <a:ext cx="6721500" cy="10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MACHINE LEARNING</a:t>
            </a:r>
            <a:endParaRPr/>
          </a:p>
        </p:txBody>
      </p:sp>
      <p:sp>
        <p:nvSpPr>
          <p:cNvPr id="487" name="Google Shape;487;p7"/>
          <p:cNvSpPr txBox="1">
            <a:spLocks noGrp="1"/>
          </p:cNvSpPr>
          <p:nvPr>
            <p:ph type="body" idx="1"/>
          </p:nvPr>
        </p:nvSpPr>
        <p:spPr>
          <a:xfrm>
            <a:off x="311700" y="2069750"/>
            <a:ext cx="8520600" cy="24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b="1"/>
              <a:t>Machine Learning</a:t>
            </a:r>
            <a:r>
              <a:rPr lang="en"/>
              <a:t> model has been </a:t>
            </a:r>
            <a:r>
              <a:rPr lang="en" b="1"/>
              <a:t>trained from the collected data</a:t>
            </a:r>
            <a:r>
              <a:rPr lang="en"/>
              <a:t> From </a:t>
            </a:r>
            <a:r>
              <a:rPr lang="en" b="1"/>
              <a:t>Watson Studio</a:t>
            </a:r>
            <a:r>
              <a:rPr lang="en"/>
              <a:t>.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b="1"/>
              <a:t>Snapml</a:t>
            </a:r>
            <a:r>
              <a:rPr lang="en"/>
              <a:t> model for </a:t>
            </a:r>
            <a:r>
              <a:rPr lang="en" b="1"/>
              <a:t> Yield Prediction </a:t>
            </a:r>
            <a:r>
              <a:rPr lang="en"/>
              <a:t>and </a:t>
            </a:r>
            <a:r>
              <a:rPr lang="en" b="1"/>
              <a:t>Lightgbm</a:t>
            </a:r>
            <a:r>
              <a:rPr lang="en"/>
              <a:t> model for </a:t>
            </a:r>
            <a:r>
              <a:rPr lang="en" b="1"/>
              <a:t>Crop Recommendation</a:t>
            </a:r>
            <a:r>
              <a:rPr lang="en"/>
              <a:t> have been used.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n"/>
              <a:t>ML Deployment models has been created using AutoAI in Watson studio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8"/>
          <p:cNvSpPr txBox="1">
            <a:spLocks noGrp="1"/>
          </p:cNvSpPr>
          <p:nvPr>
            <p:ph type="title"/>
          </p:nvPr>
        </p:nvSpPr>
        <p:spPr>
          <a:xfrm>
            <a:off x="265500" y="316700"/>
            <a:ext cx="3163500" cy="26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Graphical User Interface (GUI)</a:t>
            </a:r>
            <a:endParaRPr/>
          </a:p>
        </p:txBody>
      </p:sp>
      <p:sp>
        <p:nvSpPr>
          <p:cNvPr id="493" name="Google Shape;493;p8"/>
          <p:cNvSpPr txBox="1">
            <a:spLocks noGrp="1"/>
          </p:cNvSpPr>
          <p:nvPr>
            <p:ph type="body" idx="1"/>
          </p:nvPr>
        </p:nvSpPr>
        <p:spPr>
          <a:xfrm>
            <a:off x="3850480" y="178594"/>
            <a:ext cx="5172075" cy="4669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/>
            <a:r>
              <a:rPr lang="en" sz="2400" b="1" dirty="0">
                <a:solidFill>
                  <a:schemeClr val="accent2"/>
                </a:solidFill>
              </a:rPr>
              <a:t>Django framework </a:t>
            </a:r>
            <a:r>
              <a:rPr lang="en" sz="2400" dirty="0"/>
              <a:t>from Python has been used in this project to create the </a:t>
            </a:r>
            <a:r>
              <a:rPr lang="en" sz="2400" b="1" dirty="0">
                <a:solidFill>
                  <a:schemeClr val="accent2"/>
                </a:solidFill>
              </a:rPr>
              <a:t>User Interface</a:t>
            </a:r>
            <a:r>
              <a:rPr lang="en" sz="2400" dirty="0"/>
              <a:t>.</a:t>
            </a:r>
          </a:p>
          <a:p>
            <a:pPr marL="342900"/>
            <a:r>
              <a:rPr lang="en" sz="2400" dirty="0"/>
              <a:t>Various </a:t>
            </a:r>
            <a:r>
              <a:rPr lang="en" sz="2400" b="1" dirty="0">
                <a:solidFill>
                  <a:schemeClr val="accent2"/>
                </a:solidFill>
              </a:rPr>
              <a:t>HTML</a:t>
            </a:r>
            <a:r>
              <a:rPr lang="en" sz="2400" dirty="0"/>
              <a:t> pages have been created styled with </a:t>
            </a:r>
            <a:r>
              <a:rPr lang="en" sz="2400" b="1" dirty="0">
                <a:solidFill>
                  <a:schemeClr val="accent2"/>
                </a:solidFill>
              </a:rPr>
              <a:t>CSS</a:t>
            </a:r>
            <a:r>
              <a:rPr lang="en" sz="2400" dirty="0"/>
              <a:t> and integrated with Django.</a:t>
            </a:r>
          </a:p>
          <a:p>
            <a:pPr marL="342900"/>
            <a:r>
              <a:rPr lang="en" sz="2400" dirty="0"/>
              <a:t>The ML Model has been </a:t>
            </a:r>
            <a:r>
              <a:rPr lang="en" sz="2400" b="1" dirty="0"/>
              <a:t>integrated</a:t>
            </a:r>
            <a:r>
              <a:rPr lang="en" sz="2400" dirty="0"/>
              <a:t> with the Django </a:t>
            </a:r>
            <a:r>
              <a:rPr lang="en" sz="2400" b="1" dirty="0">
                <a:solidFill>
                  <a:schemeClr val="accent2"/>
                </a:solidFill>
              </a:rPr>
              <a:t>web-app</a:t>
            </a:r>
            <a:r>
              <a:rPr lang="en" sz="2400" dirty="0"/>
              <a:t> to have a smooth input/output  interface. </a:t>
            </a:r>
            <a:endParaRPr lang="en-US" sz="2400"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 sz="2000" dirty="0">
              <a:solidFill>
                <a:srgbClr val="00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9"/>
          <p:cNvSpPr txBox="1">
            <a:spLocks noGrp="1"/>
          </p:cNvSpPr>
          <p:nvPr>
            <p:ph type="title"/>
          </p:nvPr>
        </p:nvSpPr>
        <p:spPr>
          <a:xfrm>
            <a:off x="324475" y="141081"/>
            <a:ext cx="5244900" cy="13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dirty="0">
                <a:solidFill>
                  <a:srgbClr val="000000"/>
                </a:solidFill>
              </a:rPr>
              <a:t>FEATURES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499" name="Google Shape;499;p9"/>
          <p:cNvSpPr txBox="1">
            <a:spLocks noGrp="1"/>
          </p:cNvSpPr>
          <p:nvPr>
            <p:ph type="body" idx="1"/>
          </p:nvPr>
        </p:nvSpPr>
        <p:spPr>
          <a:xfrm>
            <a:off x="324475" y="1920450"/>
            <a:ext cx="8494800" cy="27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C1130"/>
              </a:buClr>
              <a:buSzPts val="1800"/>
              <a:buChar char="●"/>
            </a:pPr>
            <a:r>
              <a:rPr lang="en" dirty="0">
                <a:solidFill>
                  <a:srgbClr val="4C1130"/>
                </a:solidFill>
              </a:rPr>
              <a:t>It predicts </a:t>
            </a:r>
            <a:r>
              <a:rPr lang="en" b="1" dirty="0">
                <a:solidFill>
                  <a:srgbClr val="4C1130"/>
                </a:solidFill>
              </a:rPr>
              <a:t>each seasonal yield </a:t>
            </a:r>
            <a:r>
              <a:rPr lang="en" dirty="0">
                <a:solidFill>
                  <a:srgbClr val="4C1130"/>
                </a:solidFill>
              </a:rPr>
              <a:t>estimation accurately by using the ML model along with </a:t>
            </a:r>
            <a:r>
              <a:rPr lang="en" b="1" dirty="0">
                <a:solidFill>
                  <a:srgbClr val="4C1130"/>
                </a:solidFill>
              </a:rPr>
              <a:t>Amount of yield estimation</a:t>
            </a:r>
            <a:r>
              <a:rPr lang="en" dirty="0">
                <a:solidFill>
                  <a:srgbClr val="4C1130"/>
                </a:solidFill>
              </a:rPr>
              <a:t>.</a:t>
            </a:r>
            <a:endParaRPr dirty="0">
              <a:solidFill>
                <a:srgbClr val="4C113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C1130"/>
              </a:buClr>
              <a:buSzPts val="1800"/>
              <a:buChar char="●"/>
            </a:pPr>
            <a:r>
              <a:rPr lang="en" b="1" dirty="0">
                <a:solidFill>
                  <a:srgbClr val="4C1130"/>
                </a:solidFill>
              </a:rPr>
              <a:t>Seasonal effects</a:t>
            </a:r>
            <a:r>
              <a:rPr lang="en" dirty="0">
                <a:solidFill>
                  <a:srgbClr val="4C1130"/>
                </a:solidFill>
              </a:rPr>
              <a:t> on crop production are also considered while training the ML model.</a:t>
            </a:r>
            <a:endParaRPr dirty="0">
              <a:solidFill>
                <a:srgbClr val="4C113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C1130"/>
              </a:buClr>
              <a:buSzPts val="1800"/>
              <a:buChar char="●"/>
            </a:pPr>
            <a:r>
              <a:rPr lang="en" b="1" dirty="0">
                <a:solidFill>
                  <a:srgbClr val="4C1130"/>
                </a:solidFill>
              </a:rPr>
              <a:t>Over 15 years of data</a:t>
            </a:r>
            <a:r>
              <a:rPr lang="en" dirty="0">
                <a:solidFill>
                  <a:srgbClr val="4C1130"/>
                </a:solidFill>
              </a:rPr>
              <a:t> is considered which can provide the ML model a high accuracy.</a:t>
            </a:r>
            <a:endParaRPr dirty="0">
              <a:solidFill>
                <a:srgbClr val="4C113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C1130"/>
              </a:buClr>
              <a:buSzPts val="1800"/>
              <a:buChar char="●"/>
            </a:pPr>
            <a:r>
              <a:rPr lang="en" b="1" dirty="0">
                <a:solidFill>
                  <a:srgbClr val="4C1130"/>
                </a:solidFill>
              </a:rPr>
              <a:t>Seasonal Fruits and Vegetables and Crops recommendation</a:t>
            </a:r>
            <a:r>
              <a:rPr lang="en" dirty="0">
                <a:solidFill>
                  <a:srgbClr val="4C1130"/>
                </a:solidFill>
              </a:rPr>
              <a:t> prediction  can also be known by the model. </a:t>
            </a:r>
            <a:endParaRPr dirty="0">
              <a:solidFill>
                <a:srgbClr val="4C113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0"/>
          <p:cNvSpPr txBox="1">
            <a:spLocks noGrp="1"/>
          </p:cNvSpPr>
          <p:nvPr>
            <p:ph type="title"/>
          </p:nvPr>
        </p:nvSpPr>
        <p:spPr>
          <a:xfrm>
            <a:off x="3145125" y="438575"/>
            <a:ext cx="5260800" cy="11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dirty="0"/>
              <a:t>APPLICATIONS</a:t>
            </a:r>
            <a:endParaRPr dirty="0"/>
          </a:p>
        </p:txBody>
      </p:sp>
      <p:sp>
        <p:nvSpPr>
          <p:cNvPr id="505" name="Google Shape;505;p10"/>
          <p:cNvSpPr txBox="1">
            <a:spLocks noGrp="1"/>
          </p:cNvSpPr>
          <p:nvPr>
            <p:ph type="body" idx="1"/>
          </p:nvPr>
        </p:nvSpPr>
        <p:spPr>
          <a:xfrm>
            <a:off x="2540775" y="1740650"/>
            <a:ext cx="6469500" cy="27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dirty="0">
                <a:solidFill>
                  <a:srgbClr val="5B0F00"/>
                </a:solidFill>
              </a:rPr>
              <a:t>Future demand can be predicted in </a:t>
            </a:r>
            <a:r>
              <a:rPr lang="en" b="1" dirty="0">
                <a:solidFill>
                  <a:srgbClr val="5B0F00"/>
                </a:solidFill>
              </a:rPr>
              <a:t>Food Industries.</a:t>
            </a:r>
            <a:endParaRPr b="1" dirty="0">
              <a:solidFill>
                <a:srgbClr val="5B0F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r>
              <a:rPr lang="en" dirty="0">
                <a:solidFill>
                  <a:srgbClr val="5B0F00"/>
                </a:solidFill>
              </a:rPr>
              <a:t>Accurate demand forecast can be utilized in managing of </a:t>
            </a:r>
            <a:r>
              <a:rPr lang="en" b="1" dirty="0">
                <a:solidFill>
                  <a:srgbClr val="5B0F00"/>
                </a:solidFill>
              </a:rPr>
              <a:t>Local Warehouses and budget prediction</a:t>
            </a:r>
            <a:r>
              <a:rPr lang="en" dirty="0">
                <a:solidFill>
                  <a:srgbClr val="5B0F00"/>
                </a:solidFill>
              </a:rPr>
              <a:t>.</a:t>
            </a:r>
            <a:endParaRPr dirty="0">
              <a:solidFill>
                <a:srgbClr val="5B0F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r>
              <a:rPr lang="en" dirty="0">
                <a:solidFill>
                  <a:srgbClr val="5B0F00"/>
                </a:solidFill>
              </a:rPr>
              <a:t>Can help customers and sellers in the estimation of the price in future.</a:t>
            </a:r>
            <a:endParaRPr dirty="0">
              <a:solidFill>
                <a:srgbClr val="5B0F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2000"/>
              <a:buNone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1"/>
          <p:cNvSpPr txBox="1">
            <a:spLocks noGrp="1"/>
          </p:cNvSpPr>
          <p:nvPr>
            <p:ph type="title"/>
          </p:nvPr>
        </p:nvSpPr>
        <p:spPr>
          <a:xfrm>
            <a:off x="324475" y="148225"/>
            <a:ext cx="3559500" cy="13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600"/>
              <a:t>ADVANTAGES </a:t>
            </a:r>
            <a:endParaRPr/>
          </a:p>
        </p:txBody>
      </p:sp>
      <p:sp>
        <p:nvSpPr>
          <p:cNvPr id="511" name="Google Shape;511;p11"/>
          <p:cNvSpPr txBox="1">
            <a:spLocks noGrp="1"/>
          </p:cNvSpPr>
          <p:nvPr>
            <p:ph type="body" idx="1"/>
          </p:nvPr>
        </p:nvSpPr>
        <p:spPr>
          <a:xfrm>
            <a:off x="324475" y="1920450"/>
            <a:ext cx="8494800" cy="27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rabicPeriod"/>
            </a:pPr>
            <a:r>
              <a:rPr lang="en" sz="2000">
                <a:solidFill>
                  <a:srgbClr val="000000"/>
                </a:solidFill>
              </a:rPr>
              <a:t>Increased </a:t>
            </a:r>
            <a:r>
              <a:rPr lang="en" sz="2000" b="1">
                <a:solidFill>
                  <a:srgbClr val="000000"/>
                </a:solidFill>
              </a:rPr>
              <a:t>yield </a:t>
            </a:r>
            <a:r>
              <a:rPr lang="en" sz="2000">
                <a:solidFill>
                  <a:srgbClr val="000000"/>
                </a:solidFill>
              </a:rPr>
              <a:t>can be obtained</a:t>
            </a:r>
            <a:r>
              <a:rPr lang="en" sz="2000" b="1">
                <a:solidFill>
                  <a:srgbClr val="000000"/>
                </a:solidFill>
              </a:rPr>
              <a:t>.</a:t>
            </a:r>
            <a:endParaRPr sz="2000" b="1">
              <a:solidFill>
                <a:srgbClr val="000000"/>
              </a:solidFill>
            </a:endParaRPr>
          </a:p>
          <a:p>
            <a:pPr marL="457200" lvl="0" indent="-35560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rabicPeriod"/>
            </a:pPr>
            <a:r>
              <a:rPr lang="en" sz="2000" b="1">
                <a:solidFill>
                  <a:srgbClr val="000000"/>
                </a:solidFill>
              </a:rPr>
              <a:t>Cost estimation</a:t>
            </a:r>
            <a:r>
              <a:rPr lang="en" sz="2000">
                <a:solidFill>
                  <a:srgbClr val="000000"/>
                </a:solidFill>
              </a:rPr>
              <a:t> can be done faster.</a:t>
            </a:r>
            <a:endParaRPr sz="2000">
              <a:solidFill>
                <a:srgbClr val="000000"/>
              </a:solidFill>
            </a:endParaRPr>
          </a:p>
          <a:p>
            <a:pPr marL="457200" lvl="0" indent="-35560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rabicPeriod"/>
            </a:pPr>
            <a:r>
              <a:rPr lang="en" sz="2000">
                <a:solidFill>
                  <a:srgbClr val="000000"/>
                </a:solidFill>
              </a:rPr>
              <a:t>Predicted output has</a:t>
            </a:r>
            <a:r>
              <a:rPr lang="en" sz="2000" b="1">
                <a:solidFill>
                  <a:srgbClr val="000000"/>
                </a:solidFill>
              </a:rPr>
              <a:t> high accuracy</a:t>
            </a:r>
            <a:r>
              <a:rPr lang="en" sz="2000">
                <a:solidFill>
                  <a:srgbClr val="000000"/>
                </a:solidFill>
              </a:rPr>
              <a:t> when compared to manual calculations.</a:t>
            </a:r>
            <a:endParaRPr sz="2000">
              <a:solidFill>
                <a:srgbClr val="000000"/>
              </a:solidFill>
            </a:endParaRPr>
          </a:p>
          <a:p>
            <a:pPr marL="457200" lvl="0" indent="-35560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rabicPeriod"/>
            </a:pPr>
            <a:r>
              <a:rPr lang="en" sz="2000" b="1">
                <a:solidFill>
                  <a:srgbClr val="000000"/>
                </a:solidFill>
              </a:rPr>
              <a:t>Precautionary measures</a:t>
            </a:r>
            <a:r>
              <a:rPr lang="en" sz="2000">
                <a:solidFill>
                  <a:srgbClr val="000000"/>
                </a:solidFill>
              </a:rPr>
              <a:t> can be made earlier.</a:t>
            </a:r>
            <a:endParaRPr sz="270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2"/>
          <p:cNvSpPr txBox="1">
            <a:spLocks noGrp="1"/>
          </p:cNvSpPr>
          <p:nvPr>
            <p:ph type="title"/>
          </p:nvPr>
        </p:nvSpPr>
        <p:spPr>
          <a:xfrm>
            <a:off x="324475" y="148225"/>
            <a:ext cx="3559500" cy="13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200"/>
              <a:t>DISADVANTAGES</a:t>
            </a:r>
            <a:endParaRPr sz="3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sp>
        <p:nvSpPr>
          <p:cNvPr id="517" name="Google Shape;517;p12"/>
          <p:cNvSpPr txBox="1">
            <a:spLocks noGrp="1"/>
          </p:cNvSpPr>
          <p:nvPr>
            <p:ph type="body" idx="1"/>
          </p:nvPr>
        </p:nvSpPr>
        <p:spPr>
          <a:xfrm>
            <a:off x="324475" y="2255700"/>
            <a:ext cx="8494800" cy="23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1950" algn="l" rtl="0">
              <a:lnSpc>
                <a:spcPct val="1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b="1">
                <a:solidFill>
                  <a:srgbClr val="000000"/>
                </a:solidFill>
              </a:rPr>
              <a:t>Sudden changes</a:t>
            </a:r>
            <a:r>
              <a:rPr lang="en" sz="2100">
                <a:solidFill>
                  <a:srgbClr val="000000"/>
                </a:solidFill>
              </a:rPr>
              <a:t> affect data forecasts.</a:t>
            </a:r>
            <a:endParaRPr sz="2100">
              <a:solidFill>
                <a:srgbClr val="000000"/>
              </a:solidFill>
            </a:endParaRPr>
          </a:p>
          <a:p>
            <a:pPr marL="457200" lvl="0" indent="-36195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>
                <a:solidFill>
                  <a:srgbClr val="000000"/>
                </a:solidFill>
              </a:rPr>
              <a:t>Predictions may vary at times of</a:t>
            </a:r>
            <a:r>
              <a:rPr lang="en" sz="2100" b="1">
                <a:solidFill>
                  <a:srgbClr val="000000"/>
                </a:solidFill>
              </a:rPr>
              <a:t> Natural Calamities.</a:t>
            </a:r>
            <a:endParaRPr sz="2900" b="1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endParaRPr sz="16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3"/>
          <p:cNvSpPr txBox="1">
            <a:spLocks noGrp="1"/>
          </p:cNvSpPr>
          <p:nvPr>
            <p:ph type="title"/>
          </p:nvPr>
        </p:nvSpPr>
        <p:spPr>
          <a:xfrm>
            <a:off x="311700" y="2467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FUTURE SCOPE</a:t>
            </a:r>
            <a:endParaRPr/>
          </a:p>
        </p:txBody>
      </p:sp>
      <p:sp>
        <p:nvSpPr>
          <p:cNvPr id="523" name="Google Shape;523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2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sz="1700"/>
              <a:t>The demand of </a:t>
            </a:r>
            <a:r>
              <a:rPr lang="en" sz="1700" b="1"/>
              <a:t>Machine Learning (ML) and Artificial Intelligence (AI</a:t>
            </a:r>
            <a:r>
              <a:rPr lang="en" sz="1700"/>
              <a:t>) is growing in almost every industry. Fortunately for demand planners, ML can now help further improve the forecast from </a:t>
            </a:r>
            <a:r>
              <a:rPr lang="en" sz="1700" b="1"/>
              <a:t>40% of actual to 70% of actual</a:t>
            </a:r>
            <a:r>
              <a:rPr lang="en" sz="1700"/>
              <a:t>. </a:t>
            </a:r>
            <a:endParaRPr sz="170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 sz="1700" b="1"/>
              <a:t>Machine Learning</a:t>
            </a:r>
            <a:r>
              <a:rPr lang="en" sz="1700"/>
              <a:t> can predict crops and yield at the local level and identify how it connects to</a:t>
            </a:r>
            <a:r>
              <a:rPr lang="en" sz="1700" i="1"/>
              <a:t> </a:t>
            </a:r>
            <a:r>
              <a:rPr lang="en" sz="1700" b="1" i="1"/>
              <a:t>local demand patterns</a:t>
            </a:r>
            <a:r>
              <a:rPr lang="en" sz="1700"/>
              <a:t>.</a:t>
            </a:r>
            <a:endParaRPr sz="170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</a:pPr>
            <a:r>
              <a:rPr lang="en" sz="1700"/>
              <a:t>Machine Learning can also determine if a relationship exists between the weather changes and the demand of crops on a </a:t>
            </a:r>
            <a:r>
              <a:rPr lang="en" sz="1700" b="1"/>
              <a:t>real-time basis </a:t>
            </a:r>
            <a:r>
              <a:rPr lang="en" sz="1700"/>
              <a:t>make suggestions accordingly.</a:t>
            </a:r>
            <a:endParaRPr sz="170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p14"/>
          <p:cNvPicPr preferRelativeResize="0"/>
          <p:nvPr/>
        </p:nvPicPr>
        <p:blipFill rotWithShape="1">
          <a:blip r:embed="rId3">
            <a:alphaModFix/>
          </a:blip>
          <a:srcRect t="179" b="168"/>
          <a:stretch/>
        </p:blipFill>
        <p:spPr>
          <a:xfrm>
            <a:off x="4226350" y="285050"/>
            <a:ext cx="4609675" cy="4534650"/>
          </a:xfrm>
          <a:prstGeom prst="rect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29" name="Google Shape;529;p14"/>
          <p:cNvSpPr txBox="1"/>
          <p:nvPr/>
        </p:nvSpPr>
        <p:spPr>
          <a:xfrm>
            <a:off x="756025" y="731250"/>
            <a:ext cx="148800" cy="2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30" name="Google Shape;530;p14"/>
          <p:cNvSpPr txBox="1"/>
          <p:nvPr/>
        </p:nvSpPr>
        <p:spPr>
          <a:xfrm>
            <a:off x="904825" y="2218500"/>
            <a:ext cx="26151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Thank You.</a:t>
            </a:r>
            <a:endParaRPr sz="36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537</Words>
  <Application>Microsoft Office PowerPoint</Application>
  <PresentationFormat>On-screen Show (16:9)</PresentationFormat>
  <Paragraphs>48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Roboto</vt:lpstr>
      <vt:lpstr>Maven Pro</vt:lpstr>
      <vt:lpstr>Arial</vt:lpstr>
      <vt:lpstr>Nunito</vt:lpstr>
      <vt:lpstr>Nunito ExtraBold</vt:lpstr>
      <vt:lpstr>Momentum</vt:lpstr>
      <vt:lpstr>AI Assisted Farming for Crop Recommendation Farm Yield Prediction Application</vt:lpstr>
      <vt:lpstr>INTRODUCTION</vt:lpstr>
      <vt:lpstr>OVERVIEW</vt:lpstr>
      <vt:lpstr>PROPOSED SOLUTION</vt:lpstr>
      <vt:lpstr>DATA COLLECTION</vt:lpstr>
      <vt:lpstr>MACHINE LEARNING</vt:lpstr>
      <vt:lpstr>Graphical User Interface (GUI)</vt:lpstr>
      <vt:lpstr>FEATURES</vt:lpstr>
      <vt:lpstr>APPLICATIONS</vt:lpstr>
      <vt:lpstr>ADVANTAGES </vt:lpstr>
      <vt:lpstr>DISADVANTAGES </vt:lpstr>
      <vt:lpstr>FUTURE SCOPE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Assisted Farming for Crop Recommendation Farm Yield Prediction Application</dc:title>
  <cp:lastModifiedBy>Venkata Gunasekhar V</cp:lastModifiedBy>
  <cp:revision>1</cp:revision>
  <dcterms:modified xsi:type="dcterms:W3CDTF">2021-09-02T16:18:39Z</dcterms:modified>
</cp:coreProperties>
</file>